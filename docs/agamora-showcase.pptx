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Навык Агаморы для Claude Code делает презентации для руководства и ролики к ним. Эту презентацию он собрал сам о себе: по своим правилам, из своих компонентов, с той же проверкой.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Шаблон заметен с первого слайда, и такую презентацию возвращают. Навык построен на обратном: плоская графика по смыслу, один главный объект, только подтверждённые числа и фирменный стиль заказчика.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 вырос из замечаний руководства к десяткам презентаций. У каждого из 85 правил записана причина. Журнал опыта хранит 28 уроков, а ранние правила, которые спорили с поздними, сведены к одной формулировке.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Навык выясняет адресат, решение и бренд, строит сюжет по строке на слайд и выбирает форму подачи. Затем собирает слайды из компонентов, выводит PDF и PPTX и проверяет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 библиотеке 61 компонент: схемы, графики, приёмы акцентов, раскладки, обложки и Гант. Плюс 45 линейных иконок и 4 встроенных семейства шрифтов, поэтому презентация одинакова на Windows и macOS и собирается без сети.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автоматическая проверка по раскладке: кегль, контраст, вылеты, наложения и запрещённые знаки. Ошибка останавливает сдачу. Затем листы кадров смотрят глазами и читают каждый слайд вслух.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навык превращает слайды в ролик. Сцены собираются из элементов слайдов, анимация привязана к словам диктора, музыка подчёркивает ключевые цифры. Каждый фрагмент озвучки оценивает модель-слушатель, порог 9 из 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 начале работы навык спрашивает о бренде: цвета, шрифты, логотип, брендбук. Бренд подключается файлом brand.json. На слайде один и тот же слайд 5 этой презентации в трёх стилях.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Установка занимает две команды в терминале. Дальше достаточно попросить презентацию для руководства и ответить на вопросы о сюжете и бренде.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5791200" cy="685800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sland_00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87680"/>
            <a:ext cx="137922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082394"/>
            <a:ext cx="5515661" cy="2255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200" b="1" cap="all" spc="96">
                <a:solidFill>
                  <a:srgbClr val="6B00FF"/>
                </a:solidFill>
                <a:latin typeface="Segoe UI"/>
                <a:cs typeface="Segoe UI"/>
              </a:rPr>
              <a:t>Навыки для Claude Code</a:t>
            </a:r>
            <a:endParaRPr lang="ru-RU" dirty="0" sz="120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2485766"/>
            <a:ext cx="5515661" cy="169784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4080" b="1" spc="-84">
                <a:solidFill>
                  <a:srgbClr val="1C14A8"/>
                </a:solidFill>
                <a:latin typeface="Segoe UI"/>
                <a:cs typeface="Segoe UI"/>
              </a:rPr>
              <a:t>Презентации</a:t>
            </a:r>
            <a:br>
              <a:rPr lang="ru-RU" dirty="0" sz="4080" b="1" spc="-84">
                <a:solidFill>
                  <a:srgbClr val="1C14A8"/>
                </a:solidFill>
                <a:latin typeface="Segoe UI"/>
                <a:cs typeface="Segoe UI"/>
              </a:rPr>
            </a:br>
            <a:r>
              <a:rPr lang="ru-RU" dirty="0" sz="4080" b="1" spc="-84">
                <a:solidFill>
                  <a:srgbClr val="1C14A8"/>
                </a:solidFill>
                <a:latin typeface="Segoe UI"/>
                <a:cs typeface="Segoe UI"/>
              </a:rPr>
              <a:t>и ролики</a:t>
            </a:r>
            <a:br>
              <a:rPr lang="ru-RU" dirty="0" sz="4080" b="1" spc="-84">
                <a:solidFill>
                  <a:srgbClr val="1C14A8"/>
                </a:solidFill>
                <a:latin typeface="Segoe UI"/>
                <a:cs typeface="Segoe UI"/>
              </a:rPr>
            </a:br>
            <a:r>
              <a:rPr lang="ru-RU" dirty="0" sz="4080" b="1" spc="-84">
                <a:solidFill>
                  <a:srgbClr val="1C14A8"/>
                </a:solidFill>
                <a:latin typeface="Segoe UI"/>
                <a:cs typeface="Segoe UI"/>
              </a:rPr>
              <a:t>для руководства</a:t>
            </a:r>
            <a:endParaRPr lang="ru-RU" dirty="0" sz="4080" b="1" spc="-84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4304614"/>
            <a:ext cx="5515661" cy="6111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00">
                <a:solidFill>
                  <a:srgbClr val="3A3948"/>
                </a:solidFill>
                <a:latin typeface="Segoe UI"/>
                <a:cs typeface="Segoe UI"/>
              </a:rPr>
              <a:t>Дизайнерская презентация в PDF и PPTX</a:t>
            </a:r>
            <a:br>
              <a:rPr lang="ru-RU" dirty="0" sz="180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800">
                <a:solidFill>
                  <a:srgbClr val="3A3948"/>
                </a:solidFill>
                <a:latin typeface="Segoe UI"/>
                <a:cs typeface="Segoe UI"/>
              </a:rPr>
              <a:t>и ролик с голосом из того же материала</a:t>
            </a:r>
            <a:endParaRPr lang="ru-RU" dirty="0" sz="180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190488"/>
            <a:ext cx="5515661" cy="2255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200">
                <a:solidFill>
                  <a:srgbClr val="62617A"/>
                </a:solidFill>
                <a:latin typeface="Segoe UI"/>
                <a:cs typeface="Segoe UI"/>
              </a:rPr>
              <a:t>Пример собран самим навыком · 2026</a:t>
            </a:r>
            <a:endParaRPr lang="ru-RU" dirty="0" sz="120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50614" y="5644134"/>
            <a:ext cx="766572" cy="766572"/>
          </a:xfrm>
          <a:custGeom>
            <a:avLst/>
            <a:gdLst/>
            <a:ahLst/>
            <a:cxnLst/>
            <a:rect l="0" t="0" r="r" b="b"/>
            <a:pathLst>
              <a:path w="766572" h="766572" fill="none">
                <a:moveTo>
                  <a:pt x="0" y="383286"/>
                </a:moveTo>
                <a:lnTo>
                  <a:pt x="383286" y="0"/>
                </a:lnTo>
                <a:lnTo>
                  <a:pt x="766572" y="383286"/>
                </a:lnTo>
                <a:lnTo>
                  <a:pt x="383286" y="766572"/>
                </a:lnTo>
                <a:close/>
              </a:path>
            </a:pathLst>
          </a:custGeom>
          <a:noFill/>
          <a:ln w="71628">
            <a:solidFill>
              <a:srgbClr val="9B7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19422" y="5644134"/>
            <a:ext cx="766572" cy="766572"/>
          </a:xfrm>
          <a:custGeom>
            <a:avLst/>
            <a:gdLst/>
            <a:ahLst/>
            <a:cxnLst/>
            <a:rect l="0" t="0" r="r" b="b"/>
            <a:pathLst>
              <a:path w="766572" h="766572" fill="none">
                <a:moveTo>
                  <a:pt x="0" y="383286"/>
                </a:moveTo>
                <a:lnTo>
                  <a:pt x="383286" y="0"/>
                </a:lnTo>
                <a:lnTo>
                  <a:pt x="766572" y="383286"/>
                </a:lnTo>
                <a:lnTo>
                  <a:pt x="383286" y="766572"/>
                </a:lnTo>
                <a:close/>
              </a:path>
            </a:pathLst>
          </a:custGeom>
          <a:noFill/>
          <a:ln w="71628">
            <a:solidFill>
              <a:srgbClr val="9B7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88230" y="5644134"/>
            <a:ext cx="766572" cy="766572"/>
          </a:xfrm>
          <a:custGeom>
            <a:avLst/>
            <a:gdLst/>
            <a:ahLst/>
            <a:cxnLst/>
            <a:rect l="0" t="0" r="r" b="b"/>
            <a:pathLst>
              <a:path w="766572" h="766572" fill="none">
                <a:moveTo>
                  <a:pt x="0" y="383286"/>
                </a:moveTo>
                <a:lnTo>
                  <a:pt x="383286" y="0"/>
                </a:lnTo>
                <a:lnTo>
                  <a:pt x="766572" y="383286"/>
                </a:lnTo>
                <a:lnTo>
                  <a:pt x="383286" y="766572"/>
                </a:lnTo>
                <a:close/>
              </a:path>
            </a:pathLst>
          </a:custGeom>
          <a:noFill/>
          <a:ln w="71628">
            <a:solidFill>
              <a:srgbClr val="9B70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10400" y="-381000"/>
            <a:ext cx="4572000" cy="4572000"/>
          </a:xfrm>
          <a:prstGeom prst="ellipse">
            <a:avLst/>
          </a:prstGeom>
          <a:solidFill>
            <a:srgbClr val="3B2BD0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94626" y="912876"/>
            <a:ext cx="1501140" cy="2028444"/>
          </a:xfrm>
          <a:custGeom>
            <a:avLst/>
            <a:gdLst/>
            <a:ahLst/>
            <a:cxnLst/>
            <a:rect l="0" t="0" r="r" b="b"/>
            <a:pathLst>
              <a:path w="1501140" h="2028444" fill="none">
                <a:moveTo>
                  <a:pt x="0" y="0"/>
                </a:moveTo>
                <a:cubicBezTo>
                  <a:pt x="666979" y="798043"/>
                  <a:pt x="1167384" y="1474241"/>
                  <a:pt x="1501140" y="2028444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44028" y="949452"/>
            <a:ext cx="1089660" cy="1991868"/>
          </a:xfrm>
          <a:custGeom>
            <a:avLst/>
            <a:gdLst/>
            <a:ahLst/>
            <a:cxnLst/>
            <a:rect l="0" t="0" r="r" b="b"/>
            <a:pathLst>
              <a:path w="1089660" h="1991868" fill="none">
                <a:moveTo>
                  <a:pt x="0" y="0"/>
                </a:moveTo>
                <a:cubicBezTo>
                  <a:pt x="484099" y="785851"/>
                  <a:pt x="847344" y="1449857"/>
                  <a:pt x="1089660" y="1991868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38566" y="945642"/>
            <a:ext cx="718566" cy="1995678"/>
          </a:xfrm>
          <a:custGeom>
            <a:avLst/>
            <a:gdLst/>
            <a:ahLst/>
            <a:cxnLst/>
            <a:rect l="0" t="0" r="r" b="b"/>
            <a:pathLst>
              <a:path w="718566" h="1995678" fill="none">
                <a:moveTo>
                  <a:pt x="0" y="0"/>
                </a:moveTo>
                <a:cubicBezTo>
                  <a:pt x="319507" y="787375"/>
                  <a:pt x="559079" y="1452601"/>
                  <a:pt x="718566" y="1995678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73846" y="862584"/>
            <a:ext cx="467106" cy="2078736"/>
          </a:xfrm>
          <a:custGeom>
            <a:avLst/>
            <a:gdLst/>
            <a:ahLst/>
            <a:cxnLst/>
            <a:rect l="0" t="0" r="r" b="b"/>
            <a:pathLst>
              <a:path w="467106" h="2078736" fill="none">
                <a:moveTo>
                  <a:pt x="0" y="0"/>
                </a:moveTo>
                <a:cubicBezTo>
                  <a:pt x="207264" y="814807"/>
                  <a:pt x="362941" y="1507769"/>
                  <a:pt x="467106" y="2078736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23070" y="896112"/>
            <a:ext cx="81534" cy="2045208"/>
          </a:xfrm>
          <a:custGeom>
            <a:avLst/>
            <a:gdLst/>
            <a:ahLst/>
            <a:cxnLst/>
            <a:rect l="0" t="0" r="r" b="b"/>
            <a:pathLst>
              <a:path w="81534" h="2045208" fill="none">
                <a:moveTo>
                  <a:pt x="81534" y="0"/>
                </a:moveTo>
                <a:cubicBezTo>
                  <a:pt x="45491" y="803681"/>
                  <a:pt x="18288" y="1485367"/>
                  <a:pt x="0" y="2045208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448038" y="797814"/>
            <a:ext cx="454152" cy="2143506"/>
          </a:xfrm>
          <a:custGeom>
            <a:avLst/>
            <a:gdLst/>
            <a:ahLst/>
            <a:cxnLst/>
            <a:rect l="0" t="0" r="r" b="b"/>
            <a:pathLst>
              <a:path w="454152" h="2143506" fill="none">
                <a:moveTo>
                  <a:pt x="454152" y="0"/>
                </a:moveTo>
                <a:cubicBezTo>
                  <a:pt x="251993" y="836676"/>
                  <a:pt x="100584" y="1551203"/>
                  <a:pt x="0" y="2143506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48622" y="822198"/>
            <a:ext cx="755904" cy="2119122"/>
          </a:xfrm>
          <a:custGeom>
            <a:avLst/>
            <a:gdLst/>
            <a:ahLst/>
            <a:cxnLst/>
            <a:rect l="0" t="0" r="r" b="b"/>
            <a:pathLst>
              <a:path w="755904" h="2119122" fill="none">
                <a:moveTo>
                  <a:pt x="755904" y="0"/>
                </a:moveTo>
                <a:cubicBezTo>
                  <a:pt x="420091" y="828523"/>
                  <a:pt x="168173" y="1534897"/>
                  <a:pt x="0" y="2119122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80448" y="882396"/>
            <a:ext cx="1150620" cy="2058924"/>
          </a:xfrm>
          <a:custGeom>
            <a:avLst/>
            <a:gdLst/>
            <a:ahLst/>
            <a:cxnLst/>
            <a:rect l="0" t="0" r="r" b="b"/>
            <a:pathLst>
              <a:path w="1150620" h="2058924" fill="none">
                <a:moveTo>
                  <a:pt x="1150620" y="0"/>
                </a:moveTo>
                <a:cubicBezTo>
                  <a:pt x="639089" y="808253"/>
                  <a:pt x="255499" y="1494511"/>
                  <a:pt x="0" y="2058924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74936" y="816864"/>
            <a:ext cx="1434846" cy="2124456"/>
          </a:xfrm>
          <a:custGeom>
            <a:avLst/>
            <a:gdLst/>
            <a:ahLst/>
            <a:cxnLst/>
            <a:rect l="0" t="0" r="r" b="b"/>
            <a:pathLst>
              <a:path w="1434846" h="2124456" fill="none">
                <a:moveTo>
                  <a:pt x="1434846" y="0"/>
                </a:moveTo>
                <a:cubicBezTo>
                  <a:pt x="796823" y="830047"/>
                  <a:pt x="318516" y="1538249"/>
                  <a:pt x="0" y="2124456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08748" y="1356360"/>
            <a:ext cx="1341120" cy="1584960"/>
          </a:xfrm>
          <a:custGeom>
            <a:avLst/>
            <a:gdLst/>
            <a:ahLst/>
            <a:cxnLst/>
            <a:rect l="0" t="0" r="r" b="b"/>
            <a:pathLst>
              <a:path w="1341120" h="1584960" fill="none">
                <a:moveTo>
                  <a:pt x="0" y="0"/>
                </a:moveTo>
                <a:cubicBezTo>
                  <a:pt x="595884" y="650215"/>
                  <a:pt x="1042949" y="1178585"/>
                  <a:pt x="1341120" y="1584960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2920" y="1217676"/>
            <a:ext cx="880110" cy="1723644"/>
          </a:xfrm>
          <a:custGeom>
            <a:avLst/>
            <a:gdLst/>
            <a:ahLst/>
            <a:cxnLst/>
            <a:rect l="0" t="0" r="r" b="b"/>
            <a:pathLst>
              <a:path w="880110" h="1723644" fill="none">
                <a:moveTo>
                  <a:pt x="0" y="0"/>
                </a:moveTo>
                <a:cubicBezTo>
                  <a:pt x="391135" y="696468"/>
                  <a:pt x="684505" y="1271016"/>
                  <a:pt x="880110" y="1723644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25840" y="1213866"/>
            <a:ext cx="502920" cy="1727454"/>
          </a:xfrm>
          <a:custGeom>
            <a:avLst/>
            <a:gdLst/>
            <a:ahLst/>
            <a:cxnLst/>
            <a:rect l="0" t="0" r="r" b="b"/>
            <a:pathLst>
              <a:path w="502920" h="1727454" fill="none">
                <a:moveTo>
                  <a:pt x="0" y="0"/>
                </a:moveTo>
                <a:cubicBezTo>
                  <a:pt x="223495" y="697992"/>
                  <a:pt x="391135" y="1273835"/>
                  <a:pt x="502920" y="1727454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77706" y="1211580"/>
            <a:ext cx="163830" cy="1729740"/>
          </a:xfrm>
          <a:custGeom>
            <a:avLst/>
            <a:gdLst/>
            <a:ahLst/>
            <a:cxnLst/>
            <a:rect l="0" t="0" r="r" b="b"/>
            <a:pathLst>
              <a:path w="163830" h="1729740" fill="none">
                <a:moveTo>
                  <a:pt x="0" y="0"/>
                </a:moveTo>
                <a:cubicBezTo>
                  <a:pt x="72619" y="698525"/>
                  <a:pt x="127254" y="1275055"/>
                  <a:pt x="163830" y="1729740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27642" y="1347978"/>
            <a:ext cx="95250" cy="1593342"/>
          </a:xfrm>
          <a:custGeom>
            <a:avLst/>
            <a:gdLst/>
            <a:ahLst/>
            <a:cxnLst/>
            <a:rect l="0" t="0" r="r" b="b"/>
            <a:pathLst>
              <a:path w="95250" h="1593342" fill="none">
                <a:moveTo>
                  <a:pt x="95250" y="0"/>
                </a:moveTo>
                <a:cubicBezTo>
                  <a:pt x="53111" y="653263"/>
                  <a:pt x="21336" y="1184377"/>
                  <a:pt x="0" y="1593342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64802" y="1228344"/>
            <a:ext cx="503682" cy="1712976"/>
          </a:xfrm>
          <a:custGeom>
            <a:avLst/>
            <a:gdLst/>
            <a:ahLst/>
            <a:cxnLst/>
            <a:rect l="0" t="0" r="r" b="b"/>
            <a:pathLst>
              <a:path w="503682" h="1712976" fill="none">
                <a:moveTo>
                  <a:pt x="503682" y="0"/>
                </a:moveTo>
                <a:cubicBezTo>
                  <a:pt x="279654" y="692887"/>
                  <a:pt x="111785" y="1263929"/>
                  <a:pt x="0" y="1712976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35490" y="1347978"/>
            <a:ext cx="1016508" cy="1593342"/>
          </a:xfrm>
          <a:custGeom>
            <a:avLst/>
            <a:gdLst/>
            <a:ahLst/>
            <a:cxnLst/>
            <a:rect l="0" t="0" r="r" b="b"/>
            <a:pathLst>
              <a:path w="1016508" h="1593342" fill="none">
                <a:moveTo>
                  <a:pt x="1016508" y="0"/>
                </a:moveTo>
                <a:cubicBezTo>
                  <a:pt x="564871" y="653263"/>
                  <a:pt x="226085" y="1184377"/>
                  <a:pt x="0" y="1593342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17024" y="1364742"/>
            <a:ext cx="1261872" cy="1576578"/>
          </a:xfrm>
          <a:custGeom>
            <a:avLst/>
            <a:gdLst/>
            <a:ahLst/>
            <a:cxnLst/>
            <a:rect l="0" t="0" r="r" b="b"/>
            <a:pathLst>
              <a:path w="1261872" h="1576578" fill="none">
                <a:moveTo>
                  <a:pt x="1261872" y="0"/>
                </a:moveTo>
                <a:cubicBezTo>
                  <a:pt x="701040" y="647167"/>
                  <a:pt x="280416" y="1172718"/>
                  <a:pt x="0" y="1576578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940" y="1724406"/>
            <a:ext cx="1045464" cy="1216914"/>
          </a:xfrm>
          <a:custGeom>
            <a:avLst/>
            <a:gdLst/>
            <a:ahLst/>
            <a:cxnLst/>
            <a:rect l="0" t="0" r="r" b="b"/>
            <a:pathLst>
              <a:path w="1045464" h="1216914" fill="none">
                <a:moveTo>
                  <a:pt x="0" y="0"/>
                </a:moveTo>
                <a:cubicBezTo>
                  <a:pt x="464820" y="527304"/>
                  <a:pt x="813283" y="932917"/>
                  <a:pt x="1045464" y="1216914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8274" y="1772412"/>
            <a:ext cx="755904" cy="1168908"/>
          </a:xfrm>
          <a:custGeom>
            <a:avLst/>
            <a:gdLst/>
            <a:ahLst/>
            <a:cxnLst/>
            <a:rect l="0" t="0" r="r" b="b"/>
            <a:pathLst>
              <a:path w="755904" h="1168908" fill="none">
                <a:moveTo>
                  <a:pt x="0" y="0"/>
                </a:moveTo>
                <a:cubicBezTo>
                  <a:pt x="335813" y="511531"/>
                  <a:pt x="587731" y="901217"/>
                  <a:pt x="755904" y="1168908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75014" y="1776984"/>
            <a:ext cx="316230" cy="1164336"/>
          </a:xfrm>
          <a:custGeom>
            <a:avLst/>
            <a:gdLst/>
            <a:ahLst/>
            <a:cxnLst/>
            <a:rect l="0" t="0" r="r" b="b"/>
            <a:pathLst>
              <a:path w="316230" h="1164336" fill="none">
                <a:moveTo>
                  <a:pt x="0" y="0"/>
                </a:moveTo>
                <a:cubicBezTo>
                  <a:pt x="140208" y="510007"/>
                  <a:pt x="245593" y="898169"/>
                  <a:pt x="316230" y="1164336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0022" y="1655064"/>
            <a:ext cx="72390" cy="1286256"/>
          </a:xfrm>
          <a:custGeom>
            <a:avLst/>
            <a:gdLst/>
            <a:ahLst/>
            <a:cxnLst/>
            <a:rect l="0" t="0" r="r" b="b"/>
            <a:pathLst>
              <a:path w="72390" h="1286256" fill="none">
                <a:moveTo>
                  <a:pt x="72390" y="0"/>
                </a:moveTo>
                <a:cubicBezTo>
                  <a:pt x="40386" y="550697"/>
                  <a:pt x="16231" y="979399"/>
                  <a:pt x="0" y="1286256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04604" y="1630680"/>
            <a:ext cx="326136" cy="1310640"/>
          </a:xfrm>
          <a:custGeom>
            <a:avLst/>
            <a:gdLst/>
            <a:ahLst/>
            <a:cxnLst/>
            <a:rect l="0" t="0" r="r" b="b"/>
            <a:pathLst>
              <a:path w="326136" h="1310640" fill="none">
                <a:moveTo>
                  <a:pt x="326136" y="0"/>
                </a:moveTo>
                <a:cubicBezTo>
                  <a:pt x="181356" y="558775"/>
                  <a:pt x="72619" y="995705"/>
                  <a:pt x="0" y="1310640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8998" y="1612392"/>
            <a:ext cx="637032" cy="1328928"/>
          </a:xfrm>
          <a:custGeom>
            <a:avLst/>
            <a:gdLst/>
            <a:ahLst/>
            <a:cxnLst/>
            <a:rect l="0" t="0" r="r" b="b"/>
            <a:pathLst>
              <a:path w="637032" h="1328928" fill="none">
                <a:moveTo>
                  <a:pt x="637032" y="0"/>
                </a:moveTo>
                <a:cubicBezTo>
                  <a:pt x="354101" y="564871"/>
                  <a:pt x="141732" y="1007897"/>
                  <a:pt x="0" y="1328928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35490" y="1710690"/>
            <a:ext cx="1016508" cy="1230630"/>
          </a:xfrm>
          <a:custGeom>
            <a:avLst/>
            <a:gdLst/>
            <a:ahLst/>
            <a:cxnLst/>
            <a:rect l="0" t="0" r="r" b="b"/>
            <a:pathLst>
              <a:path w="1016508" h="1230630" fill="none">
                <a:moveTo>
                  <a:pt x="1016508" y="0"/>
                </a:moveTo>
                <a:cubicBezTo>
                  <a:pt x="564871" y="531876"/>
                  <a:pt x="226085" y="942061"/>
                  <a:pt x="0" y="1230630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69402" y="2120646"/>
            <a:ext cx="845058" cy="820674"/>
          </a:xfrm>
          <a:custGeom>
            <a:avLst/>
            <a:gdLst/>
            <a:ahLst/>
            <a:cxnLst/>
            <a:rect l="0" t="0" r="r" b="b"/>
            <a:pathLst>
              <a:path w="845058" h="820674" fill="none">
                <a:moveTo>
                  <a:pt x="0" y="0"/>
                </a:moveTo>
                <a:cubicBezTo>
                  <a:pt x="375895" y="395249"/>
                  <a:pt x="657606" y="668807"/>
                  <a:pt x="845058" y="820674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53856" y="2052828"/>
            <a:ext cx="406908" cy="888492"/>
          </a:xfrm>
          <a:custGeom>
            <a:avLst/>
            <a:gdLst/>
            <a:ahLst/>
            <a:cxnLst/>
            <a:rect l="0" t="0" r="r" b="b"/>
            <a:pathLst>
              <a:path w="406908" h="888492" fill="none">
                <a:moveTo>
                  <a:pt x="0" y="0"/>
                </a:moveTo>
                <a:cubicBezTo>
                  <a:pt x="180823" y="418109"/>
                  <a:pt x="316459" y="714223"/>
                  <a:pt x="406908" y="888492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15450" y="2084070"/>
            <a:ext cx="58674" cy="857250"/>
          </a:xfrm>
          <a:custGeom>
            <a:avLst/>
            <a:gdLst/>
            <a:ahLst/>
            <a:cxnLst/>
            <a:rect l="0" t="0" r="r" b="b"/>
            <a:pathLst>
              <a:path w="58674" h="857250" fill="none">
                <a:moveTo>
                  <a:pt x="58674" y="0"/>
                </a:moveTo>
                <a:cubicBezTo>
                  <a:pt x="32766" y="407899"/>
                  <a:pt x="13183" y="693649"/>
                  <a:pt x="0" y="857250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0700" y="2084070"/>
            <a:ext cx="343662" cy="857250"/>
          </a:xfrm>
          <a:custGeom>
            <a:avLst/>
            <a:gdLst/>
            <a:ahLst/>
            <a:cxnLst/>
            <a:rect l="0" t="0" r="r" b="b"/>
            <a:pathLst>
              <a:path w="343662" h="857250" fill="none">
                <a:moveTo>
                  <a:pt x="343662" y="0"/>
                </a:moveTo>
                <a:cubicBezTo>
                  <a:pt x="191262" y="407899"/>
                  <a:pt x="76733" y="693649"/>
                  <a:pt x="0" y="857250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0052" y="2007108"/>
            <a:ext cx="791718" cy="934212"/>
          </a:xfrm>
          <a:custGeom>
            <a:avLst/>
            <a:gdLst/>
            <a:ahLst/>
            <a:cxnLst/>
            <a:rect l="0" t="0" r="r" b="b"/>
            <a:pathLst>
              <a:path w="791718" h="934212" fill="none">
                <a:moveTo>
                  <a:pt x="791718" y="0"/>
                </a:moveTo>
                <a:cubicBezTo>
                  <a:pt x="440207" y="433349"/>
                  <a:pt x="176251" y="744703"/>
                  <a:pt x="0" y="934212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83574" y="2366010"/>
            <a:ext cx="384810" cy="575310"/>
          </a:xfrm>
          <a:custGeom>
            <a:avLst/>
            <a:gdLst/>
            <a:ahLst/>
            <a:cxnLst/>
            <a:rect l="0" t="0" r="r" b="b"/>
            <a:pathLst>
              <a:path w="384810" h="575310" fill="none">
                <a:moveTo>
                  <a:pt x="0" y="0"/>
                </a:moveTo>
                <a:cubicBezTo>
                  <a:pt x="171221" y="313944"/>
                  <a:pt x="299466" y="505739"/>
                  <a:pt x="384810" y="575310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7810" y="2516886"/>
            <a:ext cx="111252" cy="424434"/>
          </a:xfrm>
          <a:custGeom>
            <a:avLst/>
            <a:gdLst/>
            <a:ahLst/>
            <a:cxnLst/>
            <a:rect l="0" t="0" r="r" b="b"/>
            <a:pathLst>
              <a:path w="111252" h="424434" fill="none">
                <a:moveTo>
                  <a:pt x="0" y="0"/>
                </a:moveTo>
                <a:cubicBezTo>
                  <a:pt x="49301" y="263119"/>
                  <a:pt x="86335" y="404622"/>
                  <a:pt x="111252" y="424434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19260" y="2506218"/>
            <a:ext cx="69342" cy="435102"/>
          </a:xfrm>
          <a:custGeom>
            <a:avLst/>
            <a:gdLst/>
            <a:ahLst/>
            <a:cxnLst/>
            <a:rect l="0" t="0" r="r" b="b"/>
            <a:pathLst>
              <a:path w="69342" h="435102" fill="none">
                <a:moveTo>
                  <a:pt x="69342" y="0"/>
                </a:moveTo>
                <a:cubicBezTo>
                  <a:pt x="38329" y="267233"/>
                  <a:pt x="15240" y="412242"/>
                  <a:pt x="0" y="435102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45752" y="2468118"/>
            <a:ext cx="446532" cy="473202"/>
          </a:xfrm>
          <a:custGeom>
            <a:avLst/>
            <a:gdLst/>
            <a:ahLst/>
            <a:cxnLst/>
            <a:rect l="0" t="0" r="r" b="b"/>
            <a:pathLst>
              <a:path w="446532" h="473202" fill="none">
                <a:moveTo>
                  <a:pt x="446532" y="0"/>
                </a:moveTo>
                <a:cubicBezTo>
                  <a:pt x="247879" y="279425"/>
                  <a:pt x="99060" y="437159"/>
                  <a:pt x="0" y="473202"/>
                </a:cubicBezTo>
              </a:path>
            </a:pathLst>
          </a:custGeom>
          <a:noFill/>
          <a:ln w="10668">
            <a:solidFill>
              <a:srgbClr val="9B70FF">
                <a:alpha val="3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7294626" y="630936"/>
            <a:ext cx="0" cy="45720"/>
          </a:xfrm>
          <a:prstGeom prst="line">
            <a:avLst/>
          </a:prstGeom>
          <a:ln w="17526">
            <a:solidFill>
              <a:srgbClr val="E4DAFF">
                <a:alpha val="76000"/>
              </a:srgbClr>
            </a:solidFill>
          </a:ln>
        </p:spPr>
      </p:cxnSp>
      <p:sp>
        <p:nvSpPr>
          <p:cNvPr id="46" name="Oval 45"/>
          <p:cNvSpPr/>
          <p:nvPr/>
        </p:nvSpPr>
        <p:spPr>
          <a:xfrm>
            <a:off x="7277100" y="603504"/>
            <a:ext cx="35052" cy="35052"/>
          </a:xfrm>
          <a:prstGeom prst="ellipse">
            <a:avLst/>
          </a:prstGeom>
          <a:solidFill>
            <a:srgbClr val="E4DAFF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167372" y="676656"/>
            <a:ext cx="254508" cy="198120"/>
          </a:xfrm>
          <a:prstGeom prst="roundRect">
            <a:avLst>
              <a:gd name="adj" fmla="val 26000"/>
            </a:avLst>
          </a:prstGeom>
          <a:solidFill>
            <a:srgbClr val="E4DAFF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225284" y="745236"/>
            <a:ext cx="41148" cy="41148"/>
          </a:xfrm>
          <a:prstGeom prst="ellipse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22058" y="745236"/>
            <a:ext cx="41148" cy="41148"/>
          </a:xfrm>
          <a:prstGeom prst="ellipse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53478" y="815340"/>
            <a:ext cx="81534" cy="15240"/>
          </a:xfrm>
          <a:prstGeom prst="rect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7844028" y="649224"/>
            <a:ext cx="0" cy="51816"/>
          </a:xfrm>
          <a:prstGeom prst="line">
            <a:avLst/>
          </a:prstGeom>
          <a:ln w="19812">
            <a:solidFill>
              <a:srgbClr val="C9B5FF">
                <a:alpha val="99000"/>
              </a:srgbClr>
            </a:solidFill>
          </a:ln>
        </p:spPr>
      </p:cxnSp>
      <p:sp>
        <p:nvSpPr>
          <p:cNvPr id="52" name="Oval 51"/>
          <p:cNvSpPr/>
          <p:nvPr/>
        </p:nvSpPr>
        <p:spPr>
          <a:xfrm>
            <a:off x="7824216" y="617982"/>
            <a:ext cx="39624" cy="39624"/>
          </a:xfrm>
          <a:prstGeom prst="ellipse">
            <a:avLst/>
          </a:prstGeom>
          <a:solidFill>
            <a:srgbClr val="C9B5FF">
              <a:alpha val="9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01534" y="701040"/>
            <a:ext cx="286512" cy="223266"/>
          </a:xfrm>
          <a:prstGeom prst="roundRect">
            <a:avLst>
              <a:gd name="adj" fmla="val 26000"/>
            </a:avLst>
          </a:prstGeom>
          <a:solidFill>
            <a:srgbClr val="C9B5FF">
              <a:alpha val="9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67066" y="778764"/>
            <a:ext cx="45720" cy="45720"/>
          </a:xfrm>
          <a:prstGeom prst="ellipse">
            <a:avLst/>
          </a:prstGeom>
          <a:solidFill>
            <a:srgbClr val="1C14A8">
              <a:alpha val="9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76032" y="778764"/>
            <a:ext cx="45720" cy="45720"/>
          </a:xfrm>
          <a:prstGeom prst="ellipse">
            <a:avLst/>
          </a:prstGeom>
          <a:solidFill>
            <a:srgbClr val="1C14A8">
              <a:alpha val="9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98308" y="857250"/>
            <a:ext cx="91440" cy="17526"/>
          </a:xfrm>
          <a:prstGeom prst="rect">
            <a:avLst/>
          </a:prstGeom>
          <a:solidFill>
            <a:srgbClr val="1C14A8">
              <a:alpha val="9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8338566" y="645414"/>
            <a:ext cx="0" cy="51816"/>
          </a:xfrm>
          <a:prstGeom prst="line">
            <a:avLst/>
          </a:prstGeom>
          <a:ln w="19812">
            <a:solidFill>
              <a:srgbClr val="FFFFFF">
                <a:alpha val="94000"/>
              </a:srgbClr>
            </a:solidFill>
          </a:ln>
        </p:spPr>
      </p:cxnSp>
      <p:sp>
        <p:nvSpPr>
          <p:cNvPr id="58" name="Oval 57"/>
          <p:cNvSpPr/>
          <p:nvPr/>
        </p:nvSpPr>
        <p:spPr>
          <a:xfrm>
            <a:off x="8318754" y="614172"/>
            <a:ext cx="39624" cy="39624"/>
          </a:xfrm>
          <a:prstGeom prst="ellipse">
            <a:avLst/>
          </a:prstGeom>
          <a:solidFill>
            <a:srgbClr val="FFFFFF">
              <a:alpha val="9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95310" y="697230"/>
            <a:ext cx="286512" cy="223266"/>
          </a:xfrm>
          <a:prstGeom prst="roundRect">
            <a:avLst>
              <a:gd name="adj" fmla="val 26000"/>
            </a:avLst>
          </a:prstGeom>
          <a:solidFill>
            <a:srgbClr val="FFFFFF">
              <a:alpha val="9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261604" y="774954"/>
            <a:ext cx="45720" cy="45720"/>
          </a:xfrm>
          <a:prstGeom prst="ellipse">
            <a:avLst/>
          </a:prstGeom>
          <a:solidFill>
            <a:srgbClr val="1C14A8">
              <a:alpha val="9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370570" y="774954"/>
            <a:ext cx="45720" cy="45720"/>
          </a:xfrm>
          <a:prstGeom prst="ellipse">
            <a:avLst/>
          </a:prstGeom>
          <a:solidFill>
            <a:srgbClr val="1C14A8">
              <a:alpha val="9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92846" y="853440"/>
            <a:ext cx="91440" cy="17526"/>
          </a:xfrm>
          <a:prstGeom prst="rect">
            <a:avLst/>
          </a:prstGeom>
          <a:solidFill>
            <a:srgbClr val="1C14A8">
              <a:alpha val="9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8673846" y="511302"/>
            <a:ext cx="0" cy="67056"/>
          </a:xfrm>
          <a:prstGeom prst="line">
            <a:avLst/>
          </a:prstGeom>
          <a:ln w="26670">
            <a:solidFill>
              <a:srgbClr val="E4DAFF">
                <a:alpha val="88000"/>
              </a:srgbClr>
            </a:solidFill>
          </a:ln>
        </p:spPr>
      </p:cxnSp>
      <p:sp>
        <p:nvSpPr>
          <p:cNvPr id="64" name="Oval 63"/>
          <p:cNvSpPr/>
          <p:nvPr/>
        </p:nvSpPr>
        <p:spPr>
          <a:xfrm>
            <a:off x="8647176" y="469392"/>
            <a:ext cx="53340" cy="53340"/>
          </a:xfrm>
          <a:prstGeom prst="ellipse">
            <a:avLst/>
          </a:prstGeom>
          <a:solidFill>
            <a:srgbClr val="E4DAFF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485632" y="578358"/>
            <a:ext cx="375666" cy="293370"/>
          </a:xfrm>
          <a:prstGeom prst="roundRect">
            <a:avLst>
              <a:gd name="adj" fmla="val 26000"/>
            </a:avLst>
          </a:prstGeom>
          <a:solidFill>
            <a:srgbClr val="E4DAFF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72500" y="681228"/>
            <a:ext cx="59436" cy="59436"/>
          </a:xfrm>
          <a:prstGeom prst="ellipse">
            <a:avLst/>
          </a:prstGeom>
          <a:solidFill>
            <a:srgbClr val="1C14A8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714994" y="681228"/>
            <a:ext cx="59436" cy="59436"/>
          </a:xfrm>
          <a:prstGeom prst="ellipse">
            <a:avLst/>
          </a:prstGeom>
          <a:solidFill>
            <a:srgbClr val="1C14A8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13648" y="784098"/>
            <a:ext cx="120396" cy="22860"/>
          </a:xfrm>
          <a:prstGeom prst="rect">
            <a:avLst/>
          </a:prstGeom>
          <a:solidFill>
            <a:srgbClr val="1C14A8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9404604" y="574548"/>
            <a:ext cx="0" cy="58674"/>
          </a:xfrm>
          <a:prstGeom prst="line">
            <a:avLst/>
          </a:prstGeom>
          <a:ln w="22860">
            <a:solidFill>
              <a:srgbClr val="E4DAFF">
                <a:alpha val="78000"/>
              </a:srgbClr>
            </a:solidFill>
          </a:ln>
        </p:spPr>
      </p:cxnSp>
      <p:sp>
        <p:nvSpPr>
          <p:cNvPr id="70" name="Oval 69"/>
          <p:cNvSpPr/>
          <p:nvPr/>
        </p:nvSpPr>
        <p:spPr>
          <a:xfrm>
            <a:off x="9381744" y="538734"/>
            <a:ext cx="45720" cy="45720"/>
          </a:xfrm>
          <a:prstGeom prst="ellipse">
            <a:avLst/>
          </a:prstGeom>
          <a:solidFill>
            <a:srgbClr val="E4DAFF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243060" y="633222"/>
            <a:ext cx="323088" cy="251460"/>
          </a:xfrm>
          <a:prstGeom prst="roundRect">
            <a:avLst>
              <a:gd name="adj" fmla="val 26000"/>
            </a:avLst>
          </a:prstGeom>
          <a:solidFill>
            <a:srgbClr val="E4DAFF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316974" y="720090"/>
            <a:ext cx="51816" cy="51816"/>
          </a:xfrm>
          <a:prstGeom prst="ellipse">
            <a:avLst/>
          </a:prstGeom>
          <a:solidFill>
            <a:srgbClr val="1C14A8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439656" y="720090"/>
            <a:ext cx="51816" cy="51816"/>
          </a:xfrm>
          <a:prstGeom prst="ellipse">
            <a:avLst/>
          </a:prstGeom>
          <a:solidFill>
            <a:srgbClr val="1C14A8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52788" y="809244"/>
            <a:ext cx="103632" cy="19050"/>
          </a:xfrm>
          <a:prstGeom prst="rect">
            <a:avLst/>
          </a:prstGeom>
          <a:solidFill>
            <a:srgbClr val="1C14A8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9902190" y="473964"/>
            <a:ext cx="0" cy="58674"/>
          </a:xfrm>
          <a:prstGeom prst="line">
            <a:avLst/>
          </a:prstGeom>
          <a:ln w="22860">
            <a:solidFill>
              <a:srgbClr val="E4DAFF">
                <a:alpha val="76000"/>
              </a:srgbClr>
            </a:solidFill>
          </a:ln>
        </p:spPr>
      </p:cxnSp>
      <p:sp>
        <p:nvSpPr>
          <p:cNvPr id="76" name="Oval 75"/>
          <p:cNvSpPr/>
          <p:nvPr/>
        </p:nvSpPr>
        <p:spPr>
          <a:xfrm>
            <a:off x="9879330" y="437388"/>
            <a:ext cx="45720" cy="45720"/>
          </a:xfrm>
          <a:prstGeom prst="ellipse">
            <a:avLst/>
          </a:prstGeom>
          <a:solidFill>
            <a:srgbClr val="E4DAFF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738360" y="532638"/>
            <a:ext cx="328422" cy="256032"/>
          </a:xfrm>
          <a:prstGeom prst="roundRect">
            <a:avLst>
              <a:gd name="adj" fmla="val 26000"/>
            </a:avLst>
          </a:prstGeom>
          <a:solidFill>
            <a:srgbClr val="E4DAFF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13798" y="621792"/>
            <a:ext cx="51816" cy="51816"/>
          </a:xfrm>
          <a:prstGeom prst="ellipse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38766" y="621792"/>
            <a:ext cx="51816" cy="51816"/>
          </a:xfrm>
          <a:prstGeom prst="ellipse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849612" y="711708"/>
            <a:ext cx="105156" cy="19812"/>
          </a:xfrm>
          <a:prstGeom prst="rect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0304526" y="537972"/>
            <a:ext cx="0" cy="46482"/>
          </a:xfrm>
          <a:prstGeom prst="line">
            <a:avLst/>
          </a:prstGeom>
          <a:ln w="18288">
            <a:solidFill>
              <a:srgbClr val="FFFFFF">
                <a:alpha val="84000"/>
              </a:srgbClr>
            </a:solidFill>
          </a:ln>
        </p:spPr>
      </p:cxnSp>
      <p:sp>
        <p:nvSpPr>
          <p:cNvPr id="82" name="Oval 81"/>
          <p:cNvSpPr/>
          <p:nvPr/>
        </p:nvSpPr>
        <p:spPr>
          <a:xfrm>
            <a:off x="10286238" y="509778"/>
            <a:ext cx="36576" cy="36576"/>
          </a:xfrm>
          <a:prstGeom prst="ellipse">
            <a:avLst/>
          </a:prstGeom>
          <a:solidFill>
            <a:srgbClr val="FFFFFF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0175748" y="584454"/>
            <a:ext cx="258318" cy="201168"/>
          </a:xfrm>
          <a:prstGeom prst="roundRect">
            <a:avLst>
              <a:gd name="adj" fmla="val 26000"/>
            </a:avLst>
          </a:prstGeom>
          <a:solidFill>
            <a:srgbClr val="FFFFFF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235184" y="654558"/>
            <a:ext cx="41148" cy="41148"/>
          </a:xfrm>
          <a:prstGeom prst="ellipse">
            <a:avLst/>
          </a:prstGeom>
          <a:solidFill>
            <a:srgbClr val="1C14A8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333482" y="654558"/>
            <a:ext cx="41148" cy="41148"/>
          </a:xfrm>
          <a:prstGeom prst="ellipse">
            <a:avLst/>
          </a:prstGeom>
          <a:solidFill>
            <a:srgbClr val="1C14A8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63378" y="725424"/>
            <a:ext cx="82296" cy="15240"/>
          </a:xfrm>
          <a:prstGeom prst="rect">
            <a:avLst/>
          </a:prstGeom>
          <a:solidFill>
            <a:srgbClr val="1C14A8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0831068" y="560832"/>
            <a:ext cx="0" cy="57912"/>
          </a:xfrm>
          <a:prstGeom prst="line">
            <a:avLst/>
          </a:prstGeom>
          <a:ln w="22860">
            <a:solidFill>
              <a:srgbClr val="FFFFFF">
                <a:alpha val="83000"/>
              </a:srgbClr>
            </a:solidFill>
          </a:ln>
        </p:spPr>
      </p:cxnSp>
      <p:sp>
        <p:nvSpPr>
          <p:cNvPr id="88" name="Oval 87"/>
          <p:cNvSpPr/>
          <p:nvPr/>
        </p:nvSpPr>
        <p:spPr>
          <a:xfrm>
            <a:off x="10808208" y="525018"/>
            <a:ext cx="45720" cy="45720"/>
          </a:xfrm>
          <a:prstGeom prst="ellipse">
            <a:avLst/>
          </a:prstGeom>
          <a:solidFill>
            <a:srgbClr val="FFFFFF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669524" y="618744"/>
            <a:ext cx="323850" cy="252222"/>
          </a:xfrm>
          <a:prstGeom prst="roundRect">
            <a:avLst>
              <a:gd name="adj" fmla="val 26000"/>
            </a:avLst>
          </a:prstGeom>
          <a:solidFill>
            <a:srgbClr val="FFFFFF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743438" y="706374"/>
            <a:ext cx="51816" cy="51816"/>
          </a:xfrm>
          <a:prstGeom prst="ellipse">
            <a:avLst/>
          </a:prstGeom>
          <a:solidFill>
            <a:srgbClr val="1C14A8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866882" y="706374"/>
            <a:ext cx="51816" cy="51816"/>
          </a:xfrm>
          <a:prstGeom prst="ellipse">
            <a:avLst/>
          </a:prstGeom>
          <a:solidFill>
            <a:srgbClr val="1C14A8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779252" y="795528"/>
            <a:ext cx="103632" cy="19050"/>
          </a:xfrm>
          <a:prstGeom prst="rect">
            <a:avLst/>
          </a:prstGeom>
          <a:solidFill>
            <a:srgbClr val="1C14A8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11209782" y="532638"/>
            <a:ext cx="0" cy="46482"/>
          </a:xfrm>
          <a:prstGeom prst="line">
            <a:avLst/>
          </a:prstGeom>
          <a:ln w="18288">
            <a:solidFill>
              <a:srgbClr val="E4DAFF">
                <a:alpha val="92000"/>
              </a:srgbClr>
            </a:solidFill>
          </a:ln>
        </p:spPr>
      </p:cxnSp>
      <p:sp>
        <p:nvSpPr>
          <p:cNvPr id="94" name="Oval 93"/>
          <p:cNvSpPr/>
          <p:nvPr/>
        </p:nvSpPr>
        <p:spPr>
          <a:xfrm>
            <a:off x="11191494" y="503682"/>
            <a:ext cx="36576" cy="36576"/>
          </a:xfrm>
          <a:prstGeom prst="ellipse">
            <a:avLst/>
          </a:prstGeom>
          <a:solidFill>
            <a:srgbClr val="E4DA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1080242" y="579120"/>
            <a:ext cx="258318" cy="201168"/>
          </a:xfrm>
          <a:prstGeom prst="roundRect">
            <a:avLst>
              <a:gd name="adj" fmla="val 26000"/>
            </a:avLst>
          </a:prstGeom>
          <a:solidFill>
            <a:srgbClr val="E4DA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139678" y="649224"/>
            <a:ext cx="41148" cy="41148"/>
          </a:xfrm>
          <a:prstGeom prst="ellipse">
            <a:avLst/>
          </a:prstGeom>
          <a:solidFill>
            <a:srgbClr val="1C14A8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237976" y="649224"/>
            <a:ext cx="41148" cy="41148"/>
          </a:xfrm>
          <a:prstGeom prst="ellipse">
            <a:avLst/>
          </a:prstGeom>
          <a:solidFill>
            <a:srgbClr val="1C14A8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168634" y="720090"/>
            <a:ext cx="82296" cy="15240"/>
          </a:xfrm>
          <a:prstGeom prst="rect">
            <a:avLst/>
          </a:prstGeom>
          <a:solidFill>
            <a:srgbClr val="1C14A8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7508748" y="1049274"/>
            <a:ext cx="0" cy="53340"/>
          </a:xfrm>
          <a:prstGeom prst="line">
            <a:avLst/>
          </a:prstGeom>
          <a:ln w="20574">
            <a:solidFill>
              <a:srgbClr val="FFFFFF">
                <a:alpha val="95000"/>
              </a:srgbClr>
            </a:solidFill>
          </a:ln>
        </p:spPr>
      </p:cxnSp>
      <p:sp>
        <p:nvSpPr>
          <p:cNvPr id="100" name="Oval 99"/>
          <p:cNvSpPr/>
          <p:nvPr/>
        </p:nvSpPr>
        <p:spPr>
          <a:xfrm>
            <a:off x="7488174" y="1016508"/>
            <a:ext cx="41148" cy="41148"/>
          </a:xfrm>
          <a:prstGeom prst="ellipse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360158" y="1102614"/>
            <a:ext cx="297942" cy="232410"/>
          </a:xfrm>
          <a:prstGeom prst="roundRect">
            <a:avLst>
              <a:gd name="adj" fmla="val 26000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28738" y="1184148"/>
            <a:ext cx="47244" cy="47244"/>
          </a:xfrm>
          <a:prstGeom prst="ellipse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542276" y="1184148"/>
            <a:ext cx="47244" cy="47244"/>
          </a:xfrm>
          <a:prstGeom prst="ellipse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461504" y="1265682"/>
            <a:ext cx="95250" cy="17526"/>
          </a:xfrm>
          <a:prstGeom prst="rect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8122920" y="925068"/>
            <a:ext cx="0" cy="48768"/>
          </a:xfrm>
          <a:prstGeom prst="line">
            <a:avLst/>
          </a:prstGeom>
          <a:ln w="19050">
            <a:solidFill>
              <a:srgbClr val="C9B5FF">
                <a:alpha val="92000"/>
              </a:srgbClr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8103870" y="895350"/>
            <a:ext cx="38100" cy="38100"/>
          </a:xfrm>
          <a:prstGeom prst="ellipse">
            <a:avLst/>
          </a:prstGeom>
          <a:solidFill>
            <a:srgbClr val="C9B5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986522" y="973836"/>
            <a:ext cx="273558" cy="213360"/>
          </a:xfrm>
          <a:prstGeom prst="roundRect">
            <a:avLst>
              <a:gd name="adj" fmla="val 26000"/>
            </a:avLst>
          </a:prstGeom>
          <a:solidFill>
            <a:srgbClr val="C9B5FF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049006" y="1047750"/>
            <a:ext cx="44196" cy="44196"/>
          </a:xfrm>
          <a:prstGeom prst="ellipse">
            <a:avLst/>
          </a:prstGeom>
          <a:solidFill>
            <a:srgbClr val="1C14A8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152638" y="1047750"/>
            <a:ext cx="44196" cy="44196"/>
          </a:xfrm>
          <a:prstGeom prst="ellipse">
            <a:avLst/>
          </a:prstGeom>
          <a:solidFill>
            <a:srgbClr val="1C14A8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079486" y="1123188"/>
            <a:ext cx="87630" cy="16764"/>
          </a:xfrm>
          <a:prstGeom prst="rect">
            <a:avLst/>
          </a:prstGeom>
          <a:solidFill>
            <a:srgbClr val="1C14A8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8625840" y="875538"/>
            <a:ext cx="0" cy="63246"/>
          </a:xfrm>
          <a:prstGeom prst="line">
            <a:avLst/>
          </a:prstGeom>
          <a:ln w="25146">
            <a:solidFill>
              <a:srgbClr val="FFFFFF">
                <a:alpha val="93000"/>
              </a:srgbClr>
            </a:solidFill>
          </a:ln>
        </p:spPr>
      </p:cxnSp>
      <p:sp>
        <p:nvSpPr>
          <p:cNvPr id="112" name="Oval 111"/>
          <p:cNvSpPr/>
          <p:nvPr/>
        </p:nvSpPr>
        <p:spPr>
          <a:xfrm>
            <a:off x="8600694" y="835914"/>
            <a:ext cx="50292" cy="50292"/>
          </a:xfrm>
          <a:prstGeom prst="ellipse">
            <a:avLst/>
          </a:prstGeom>
          <a:solidFill>
            <a:srgbClr val="FFFFFF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449056" y="938784"/>
            <a:ext cx="353568" cy="275844"/>
          </a:xfrm>
          <a:prstGeom prst="roundRect">
            <a:avLst>
              <a:gd name="adj" fmla="val 26000"/>
            </a:avLst>
          </a:prstGeom>
          <a:solidFill>
            <a:srgbClr val="FFFFFF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30590" y="1034796"/>
            <a:ext cx="56388" cy="56388"/>
          </a:xfrm>
          <a:prstGeom prst="ellipse">
            <a:avLst/>
          </a:prstGeom>
          <a:solidFill>
            <a:srgbClr val="1C14A8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664702" y="1034796"/>
            <a:ext cx="56388" cy="56388"/>
          </a:xfrm>
          <a:prstGeom prst="ellipse">
            <a:avLst/>
          </a:prstGeom>
          <a:solidFill>
            <a:srgbClr val="1C14A8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569452" y="1132332"/>
            <a:ext cx="113538" cy="21336"/>
          </a:xfrm>
          <a:prstGeom prst="rect">
            <a:avLst/>
          </a:prstGeom>
          <a:solidFill>
            <a:srgbClr val="1C14A8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9077706" y="937260"/>
            <a:ext cx="0" cy="43434"/>
          </a:xfrm>
          <a:prstGeom prst="line">
            <a:avLst/>
          </a:prstGeom>
          <a:ln w="16764">
            <a:solidFill>
              <a:srgbClr val="C9B5FF">
                <a:alpha val="88000"/>
              </a:srgbClr>
            </a:solidFill>
          </a:ln>
        </p:spPr>
      </p:cxnSp>
      <p:sp>
        <p:nvSpPr>
          <p:cNvPr id="118" name="Oval 117"/>
          <p:cNvSpPr/>
          <p:nvPr/>
        </p:nvSpPr>
        <p:spPr>
          <a:xfrm>
            <a:off x="9060942" y="910590"/>
            <a:ext cx="33528" cy="33528"/>
          </a:xfrm>
          <a:prstGeom prst="ellipse">
            <a:avLst/>
          </a:prstGeom>
          <a:solidFill>
            <a:srgbClr val="C9B5FF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8956548" y="980694"/>
            <a:ext cx="241554" cy="188214"/>
          </a:xfrm>
          <a:prstGeom prst="roundRect">
            <a:avLst>
              <a:gd name="adj" fmla="val 26000"/>
            </a:avLst>
          </a:prstGeom>
          <a:solidFill>
            <a:srgbClr val="C9B5FF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9012174" y="1046226"/>
            <a:ext cx="38100" cy="38100"/>
          </a:xfrm>
          <a:prstGeom prst="ellipse">
            <a:avLst/>
          </a:prstGeom>
          <a:solidFill>
            <a:srgbClr val="1C14A8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104376" y="1046226"/>
            <a:ext cx="38100" cy="38100"/>
          </a:xfrm>
          <a:prstGeom prst="ellipse">
            <a:avLst/>
          </a:prstGeom>
          <a:solidFill>
            <a:srgbClr val="1C14A8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038844" y="1112520"/>
            <a:ext cx="76962" cy="14478"/>
          </a:xfrm>
          <a:prstGeom prst="rect">
            <a:avLst/>
          </a:prstGeom>
          <a:solidFill>
            <a:srgbClr val="1C14A8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9422892" y="1014222"/>
            <a:ext cx="0" cy="61722"/>
          </a:xfrm>
          <a:prstGeom prst="line">
            <a:avLst/>
          </a:prstGeom>
          <a:ln w="24384">
            <a:solidFill>
              <a:srgbClr val="FFFFFF">
                <a:alpha val="81000"/>
              </a:srgbClr>
            </a:solidFill>
          </a:ln>
        </p:spPr>
      </p:cxnSp>
      <p:sp>
        <p:nvSpPr>
          <p:cNvPr id="124" name="Oval 123"/>
          <p:cNvSpPr/>
          <p:nvPr/>
        </p:nvSpPr>
        <p:spPr>
          <a:xfrm>
            <a:off x="9398508" y="976122"/>
            <a:ext cx="48768" cy="48768"/>
          </a:xfrm>
          <a:prstGeom prst="ellipse">
            <a:avLst/>
          </a:prstGeom>
          <a:solidFill>
            <a:srgbClr val="FFFFFF">
              <a:alpha val="8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9249918" y="1075944"/>
            <a:ext cx="345186" cy="269748"/>
          </a:xfrm>
          <a:prstGeom prst="roundRect">
            <a:avLst>
              <a:gd name="adj" fmla="val 26000"/>
            </a:avLst>
          </a:prstGeom>
          <a:solidFill>
            <a:srgbClr val="FFFFFF">
              <a:alpha val="8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329166" y="1169670"/>
            <a:ext cx="54864" cy="54864"/>
          </a:xfrm>
          <a:prstGeom prst="ellipse">
            <a:avLst/>
          </a:prstGeom>
          <a:solidFill>
            <a:srgbClr val="1C14A8">
              <a:alpha val="8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460992" y="1169670"/>
            <a:ext cx="54864" cy="54864"/>
          </a:xfrm>
          <a:prstGeom prst="ellipse">
            <a:avLst/>
          </a:prstGeom>
          <a:solidFill>
            <a:srgbClr val="1C14A8">
              <a:alpha val="8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367266" y="1264920"/>
            <a:ext cx="110490" cy="20574"/>
          </a:xfrm>
          <a:prstGeom prst="rect">
            <a:avLst/>
          </a:prstGeom>
          <a:solidFill>
            <a:srgbClr val="1C14A8">
              <a:alpha val="8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9968484" y="917448"/>
            <a:ext cx="0" cy="54864"/>
          </a:xfrm>
          <a:prstGeom prst="line">
            <a:avLst/>
          </a:prstGeom>
          <a:ln w="21336">
            <a:solidFill>
              <a:srgbClr val="E4DAFF">
                <a:alpha val="86000"/>
              </a:srgbClr>
            </a:solidFill>
          </a:ln>
        </p:spPr>
      </p:cxnSp>
      <p:sp>
        <p:nvSpPr>
          <p:cNvPr id="130" name="Oval 129"/>
          <p:cNvSpPr/>
          <p:nvPr/>
        </p:nvSpPr>
        <p:spPr>
          <a:xfrm>
            <a:off x="9947148" y="883920"/>
            <a:ext cx="42672" cy="42672"/>
          </a:xfrm>
          <a:prstGeom prst="ellipse">
            <a:avLst/>
          </a:prstGeom>
          <a:solidFill>
            <a:srgbClr val="E4DAFF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9816084" y="972312"/>
            <a:ext cx="304800" cy="237744"/>
          </a:xfrm>
          <a:prstGeom prst="roundRect">
            <a:avLst>
              <a:gd name="adj" fmla="val 26000"/>
            </a:avLst>
          </a:prstGeom>
          <a:solidFill>
            <a:srgbClr val="E4DAFF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886188" y="1054608"/>
            <a:ext cx="48768" cy="48768"/>
          </a:xfrm>
          <a:prstGeom prst="ellipse">
            <a:avLst/>
          </a:prstGeom>
          <a:solidFill>
            <a:srgbClr val="1C14A8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002012" y="1054608"/>
            <a:ext cx="48768" cy="48768"/>
          </a:xfrm>
          <a:prstGeom prst="ellipse">
            <a:avLst/>
          </a:prstGeom>
          <a:solidFill>
            <a:srgbClr val="1C14A8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919716" y="1138428"/>
            <a:ext cx="97536" cy="18288"/>
          </a:xfrm>
          <a:prstGeom prst="rect">
            <a:avLst/>
          </a:prstGeom>
          <a:solidFill>
            <a:srgbClr val="1C14A8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10651998" y="1014222"/>
            <a:ext cx="0" cy="62484"/>
          </a:xfrm>
          <a:prstGeom prst="line">
            <a:avLst/>
          </a:prstGeom>
          <a:ln w="24384">
            <a:solidFill>
              <a:srgbClr val="FFFFFF">
                <a:alpha val="76000"/>
              </a:srgbClr>
            </a:solidFill>
          </a:ln>
        </p:spPr>
      </p:cxnSp>
      <p:sp>
        <p:nvSpPr>
          <p:cNvPr id="136" name="Oval 135"/>
          <p:cNvSpPr/>
          <p:nvPr/>
        </p:nvSpPr>
        <p:spPr>
          <a:xfrm>
            <a:off x="10627614" y="976122"/>
            <a:ext cx="48768" cy="48768"/>
          </a:xfrm>
          <a:prstGeom prst="ellipse">
            <a:avLst/>
          </a:prstGeom>
          <a:solidFill>
            <a:srgbClr val="FFFFFF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0479786" y="1076706"/>
            <a:ext cx="345186" cy="269748"/>
          </a:xfrm>
          <a:prstGeom prst="roundRect">
            <a:avLst>
              <a:gd name="adj" fmla="val 26000"/>
            </a:avLst>
          </a:prstGeom>
          <a:solidFill>
            <a:srgbClr val="FFFFFF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559034" y="1170432"/>
            <a:ext cx="54864" cy="54864"/>
          </a:xfrm>
          <a:prstGeom prst="ellipse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0690098" y="1170432"/>
            <a:ext cx="54864" cy="54864"/>
          </a:xfrm>
          <a:prstGeom prst="ellipse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597134" y="1264920"/>
            <a:ext cx="110490" cy="20574"/>
          </a:xfrm>
          <a:prstGeom prst="rect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10978896" y="1093470"/>
            <a:ext cx="0" cy="42672"/>
          </a:xfrm>
          <a:prstGeom prst="line">
            <a:avLst/>
          </a:prstGeom>
          <a:ln w="16764">
            <a:solidFill>
              <a:srgbClr val="E4DAFF">
                <a:alpha val="83000"/>
              </a:srgbClr>
            </a:solidFill>
          </a:ln>
        </p:spPr>
      </p:cxnSp>
      <p:sp>
        <p:nvSpPr>
          <p:cNvPr id="142" name="Oval 141"/>
          <p:cNvSpPr/>
          <p:nvPr/>
        </p:nvSpPr>
        <p:spPr>
          <a:xfrm>
            <a:off x="10962132" y="1067562"/>
            <a:ext cx="33528" cy="33528"/>
          </a:xfrm>
          <a:prstGeom prst="ellipse">
            <a:avLst/>
          </a:prstGeom>
          <a:solidFill>
            <a:srgbClr val="E4DAFF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0861548" y="1136142"/>
            <a:ext cx="234696" cy="182880"/>
          </a:xfrm>
          <a:prstGeom prst="roundRect">
            <a:avLst>
              <a:gd name="adj" fmla="val 26000"/>
            </a:avLst>
          </a:prstGeom>
          <a:solidFill>
            <a:srgbClr val="E4DAFF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10914888" y="1199388"/>
            <a:ext cx="38100" cy="38100"/>
          </a:xfrm>
          <a:prstGeom prst="ellipse">
            <a:avLst/>
          </a:prstGeom>
          <a:solidFill>
            <a:srgbClr val="1C14A8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1004042" y="1199388"/>
            <a:ext cx="38100" cy="38100"/>
          </a:xfrm>
          <a:prstGeom prst="ellipse">
            <a:avLst/>
          </a:prstGeom>
          <a:solidFill>
            <a:srgbClr val="1C14A8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0940796" y="1264158"/>
            <a:ext cx="75438" cy="13716"/>
          </a:xfrm>
          <a:prstGeom prst="rect">
            <a:avLst/>
          </a:prstGeom>
          <a:solidFill>
            <a:srgbClr val="1C14A8">
              <a:alpha val="8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7901940" y="1445514"/>
            <a:ext cx="0" cy="44196"/>
          </a:xfrm>
          <a:prstGeom prst="line">
            <a:avLst/>
          </a:prstGeom>
          <a:ln w="17526">
            <a:solidFill>
              <a:srgbClr val="FFFFFF"/>
            </a:solidFill>
          </a:ln>
        </p:spPr>
      </p:cxnSp>
      <p:sp>
        <p:nvSpPr>
          <p:cNvPr id="148" name="Oval 147"/>
          <p:cNvSpPr/>
          <p:nvPr/>
        </p:nvSpPr>
        <p:spPr>
          <a:xfrm>
            <a:off x="7884414" y="1418082"/>
            <a:ext cx="35052" cy="350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7777734" y="1489710"/>
            <a:ext cx="248412" cy="1935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834884" y="1557528"/>
            <a:ext cx="39624" cy="39624"/>
          </a:xfrm>
          <a:prstGeom prst="ellipse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929372" y="1557528"/>
            <a:ext cx="39624" cy="39624"/>
          </a:xfrm>
          <a:prstGeom prst="ellipse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861554" y="1626108"/>
            <a:ext cx="79248" cy="1524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8288274" y="1495044"/>
            <a:ext cx="0" cy="44196"/>
          </a:xfrm>
          <a:prstGeom prst="line">
            <a:avLst/>
          </a:prstGeom>
          <a:ln w="17526">
            <a:solidFill>
              <a:srgbClr val="C9B5FF">
                <a:alpha val="97000"/>
              </a:srgbClr>
            </a:solidFill>
          </a:ln>
        </p:spPr>
      </p:cxnSp>
      <p:sp>
        <p:nvSpPr>
          <p:cNvPr id="154" name="Oval 153"/>
          <p:cNvSpPr/>
          <p:nvPr/>
        </p:nvSpPr>
        <p:spPr>
          <a:xfrm>
            <a:off x="8270748" y="1467612"/>
            <a:ext cx="35052" cy="35052"/>
          </a:xfrm>
          <a:prstGeom prst="ellipse">
            <a:avLst/>
          </a:prstGeom>
          <a:solidFill>
            <a:srgbClr val="C9B5FF">
              <a:alpha val="9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8164830" y="1539240"/>
            <a:ext cx="246126" cy="192024"/>
          </a:xfrm>
          <a:prstGeom prst="roundRect">
            <a:avLst>
              <a:gd name="adj" fmla="val 26000"/>
            </a:avLst>
          </a:prstGeom>
          <a:solidFill>
            <a:srgbClr val="C9B5FF">
              <a:alpha val="9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8221980" y="1605534"/>
            <a:ext cx="39624" cy="39624"/>
          </a:xfrm>
          <a:prstGeom prst="ellipse">
            <a:avLst/>
          </a:prstGeom>
          <a:solidFill>
            <a:srgbClr val="1C14A8">
              <a:alpha val="9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8314944" y="1605534"/>
            <a:ext cx="39624" cy="39624"/>
          </a:xfrm>
          <a:prstGeom prst="ellipse">
            <a:avLst/>
          </a:prstGeom>
          <a:solidFill>
            <a:srgbClr val="1C14A8">
              <a:alpha val="9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248650" y="1673352"/>
            <a:ext cx="78486" cy="14478"/>
          </a:xfrm>
          <a:prstGeom prst="rect">
            <a:avLst/>
          </a:prstGeom>
          <a:solidFill>
            <a:srgbClr val="1C14A8">
              <a:alpha val="9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8875014" y="1458468"/>
            <a:ext cx="0" cy="57150"/>
          </a:xfrm>
          <a:prstGeom prst="line">
            <a:avLst/>
          </a:prstGeom>
          <a:ln w="22098">
            <a:solidFill>
              <a:srgbClr val="FFFFFF">
                <a:alpha val="79000"/>
              </a:srgbClr>
            </a:solidFill>
          </a:ln>
        </p:spPr>
      </p:cxnSp>
      <p:sp>
        <p:nvSpPr>
          <p:cNvPr id="160" name="Oval 159"/>
          <p:cNvSpPr/>
          <p:nvPr/>
        </p:nvSpPr>
        <p:spPr>
          <a:xfrm>
            <a:off x="8852916" y="1423416"/>
            <a:ext cx="44196" cy="44196"/>
          </a:xfrm>
          <a:prstGeom prst="ellipse">
            <a:avLst/>
          </a:prstGeom>
          <a:solidFill>
            <a:srgbClr val="FFFFFF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8715756" y="1515618"/>
            <a:ext cx="318516" cy="248412"/>
          </a:xfrm>
          <a:prstGeom prst="roundRect">
            <a:avLst>
              <a:gd name="adj" fmla="val 26000"/>
            </a:avLst>
          </a:prstGeom>
          <a:solidFill>
            <a:srgbClr val="FFFFFF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8788908" y="1602486"/>
            <a:ext cx="50292" cy="50292"/>
          </a:xfrm>
          <a:prstGeom prst="ellipse">
            <a:avLst/>
          </a:prstGeom>
          <a:solidFill>
            <a:srgbClr val="1C14A8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8910066" y="1602486"/>
            <a:ext cx="50292" cy="50292"/>
          </a:xfrm>
          <a:prstGeom prst="ellipse">
            <a:avLst/>
          </a:prstGeom>
          <a:solidFill>
            <a:srgbClr val="1C14A8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23960" y="1689354"/>
            <a:ext cx="102108" cy="19050"/>
          </a:xfrm>
          <a:prstGeom prst="rect">
            <a:avLst/>
          </a:prstGeom>
          <a:solidFill>
            <a:srgbClr val="1C14A8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>
            <a:off x="9392412" y="1357122"/>
            <a:ext cx="0" cy="51054"/>
          </a:xfrm>
          <a:prstGeom prst="line">
            <a:avLst/>
          </a:prstGeom>
          <a:ln w="19812">
            <a:solidFill>
              <a:srgbClr val="FFFFFF">
                <a:alpha val="76000"/>
              </a:srgbClr>
            </a:solidFill>
          </a:ln>
        </p:spPr>
      </p:cxnSp>
      <p:sp>
        <p:nvSpPr>
          <p:cNvPr id="166" name="Oval 165"/>
          <p:cNvSpPr/>
          <p:nvPr/>
        </p:nvSpPr>
        <p:spPr>
          <a:xfrm>
            <a:off x="9372600" y="1325880"/>
            <a:ext cx="39624" cy="39624"/>
          </a:xfrm>
          <a:prstGeom prst="ellipse">
            <a:avLst/>
          </a:prstGeom>
          <a:solidFill>
            <a:srgbClr val="FFFFFF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9251442" y="1408176"/>
            <a:ext cx="281940" cy="219456"/>
          </a:xfrm>
          <a:prstGeom prst="roundRect">
            <a:avLst>
              <a:gd name="adj" fmla="val 26000"/>
            </a:avLst>
          </a:prstGeom>
          <a:solidFill>
            <a:srgbClr val="FFFFFF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316212" y="1483614"/>
            <a:ext cx="45720" cy="45720"/>
          </a:xfrm>
          <a:prstGeom prst="ellipse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422892" y="1483614"/>
            <a:ext cx="45720" cy="45720"/>
          </a:xfrm>
          <a:prstGeom prst="ellipse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347454" y="1561338"/>
            <a:ext cx="89916" cy="16764"/>
          </a:xfrm>
          <a:prstGeom prst="rect">
            <a:avLst/>
          </a:prstGeom>
          <a:solidFill>
            <a:srgbClr val="1C14A8">
              <a:alpha val="7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9730740" y="1306830"/>
            <a:ext cx="0" cy="58674"/>
          </a:xfrm>
          <a:prstGeom prst="line">
            <a:avLst/>
          </a:prstGeom>
          <a:ln w="22860">
            <a:solidFill>
              <a:srgbClr val="E4DAFF">
                <a:alpha val="79000"/>
              </a:srgbClr>
            </a:solidFill>
          </a:ln>
        </p:spPr>
      </p:cxnSp>
      <p:sp>
        <p:nvSpPr>
          <p:cNvPr id="172" name="Oval 171"/>
          <p:cNvSpPr/>
          <p:nvPr/>
        </p:nvSpPr>
        <p:spPr>
          <a:xfrm>
            <a:off x="9707880" y="1271016"/>
            <a:ext cx="45720" cy="45720"/>
          </a:xfrm>
          <a:prstGeom prst="ellipse">
            <a:avLst/>
          </a:prstGeom>
          <a:solidFill>
            <a:srgbClr val="E4DAFF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9566910" y="1365504"/>
            <a:ext cx="327660" cy="255270"/>
          </a:xfrm>
          <a:prstGeom prst="roundRect">
            <a:avLst>
              <a:gd name="adj" fmla="val 26000"/>
            </a:avLst>
          </a:prstGeom>
          <a:solidFill>
            <a:srgbClr val="E4DAFF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9642348" y="1454658"/>
            <a:ext cx="51816" cy="51816"/>
          </a:xfrm>
          <a:prstGeom prst="ellipse">
            <a:avLst/>
          </a:prstGeom>
          <a:solidFill>
            <a:srgbClr val="1C14A8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9767316" y="1454658"/>
            <a:ext cx="51816" cy="51816"/>
          </a:xfrm>
          <a:prstGeom prst="ellipse">
            <a:avLst/>
          </a:prstGeom>
          <a:solidFill>
            <a:srgbClr val="1C14A8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678162" y="1544574"/>
            <a:ext cx="105156" cy="19812"/>
          </a:xfrm>
          <a:prstGeom prst="rect">
            <a:avLst/>
          </a:prstGeom>
          <a:solidFill>
            <a:srgbClr val="1C14A8">
              <a:alpha val="7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10146030" y="1330452"/>
            <a:ext cx="0" cy="45720"/>
          </a:xfrm>
          <a:prstGeom prst="line">
            <a:avLst/>
          </a:prstGeom>
          <a:ln w="17526">
            <a:solidFill>
              <a:srgbClr val="C9B5FF">
                <a:alpha val="86000"/>
              </a:srgbClr>
            </a:solidFill>
          </a:ln>
        </p:spPr>
      </p:cxnSp>
      <p:sp>
        <p:nvSpPr>
          <p:cNvPr id="178" name="Oval 177"/>
          <p:cNvSpPr/>
          <p:nvPr/>
        </p:nvSpPr>
        <p:spPr>
          <a:xfrm>
            <a:off x="10128504" y="1302258"/>
            <a:ext cx="35052" cy="35052"/>
          </a:xfrm>
          <a:prstGeom prst="ellipse">
            <a:avLst/>
          </a:prstGeom>
          <a:solidFill>
            <a:srgbClr val="C9B5FF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10018776" y="1376172"/>
            <a:ext cx="253746" cy="198120"/>
          </a:xfrm>
          <a:prstGeom prst="roundRect">
            <a:avLst>
              <a:gd name="adj" fmla="val 26000"/>
            </a:avLst>
          </a:prstGeom>
          <a:solidFill>
            <a:srgbClr val="C9B5FF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077450" y="1444752"/>
            <a:ext cx="41148" cy="41148"/>
          </a:xfrm>
          <a:prstGeom prst="ellipse">
            <a:avLst/>
          </a:prstGeom>
          <a:solidFill>
            <a:srgbClr val="1C14A8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174224" y="1444752"/>
            <a:ext cx="41148" cy="41148"/>
          </a:xfrm>
          <a:prstGeom prst="ellipse">
            <a:avLst/>
          </a:prstGeom>
          <a:solidFill>
            <a:srgbClr val="1C14A8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105644" y="1514856"/>
            <a:ext cx="81534" cy="15240"/>
          </a:xfrm>
          <a:prstGeom prst="rect">
            <a:avLst/>
          </a:prstGeom>
          <a:solidFill>
            <a:srgbClr val="1C14A8">
              <a:alpha val="8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>
            <a:off x="10651998" y="1389126"/>
            <a:ext cx="0" cy="58674"/>
          </a:xfrm>
          <a:prstGeom prst="line">
            <a:avLst/>
          </a:prstGeom>
          <a:ln w="22860">
            <a:solidFill>
              <a:srgbClr val="C9B5FF">
                <a:alpha val="93000"/>
              </a:srgbClr>
            </a:solidFill>
          </a:ln>
        </p:spPr>
      </p:cxnSp>
      <p:sp>
        <p:nvSpPr>
          <p:cNvPr id="184" name="Oval 183"/>
          <p:cNvSpPr/>
          <p:nvPr/>
        </p:nvSpPr>
        <p:spPr>
          <a:xfrm>
            <a:off x="10629138" y="1353312"/>
            <a:ext cx="45720" cy="45720"/>
          </a:xfrm>
          <a:prstGeom prst="ellipse">
            <a:avLst/>
          </a:prstGeom>
          <a:solidFill>
            <a:srgbClr val="C9B5FF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10491216" y="1447800"/>
            <a:ext cx="322326" cy="251460"/>
          </a:xfrm>
          <a:prstGeom prst="roundRect">
            <a:avLst>
              <a:gd name="adj" fmla="val 26000"/>
            </a:avLst>
          </a:prstGeom>
          <a:solidFill>
            <a:srgbClr val="C9B5FF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0565130" y="1534668"/>
            <a:ext cx="51816" cy="51816"/>
          </a:xfrm>
          <a:prstGeom prst="ellipse">
            <a:avLst/>
          </a:prstGeom>
          <a:solidFill>
            <a:srgbClr val="1C14A8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0687812" y="1534668"/>
            <a:ext cx="51816" cy="51816"/>
          </a:xfrm>
          <a:prstGeom prst="ellipse">
            <a:avLst/>
          </a:prstGeom>
          <a:solidFill>
            <a:srgbClr val="1C14A8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10600944" y="1623822"/>
            <a:ext cx="102870" cy="19050"/>
          </a:xfrm>
          <a:prstGeom prst="rect">
            <a:avLst/>
          </a:prstGeom>
          <a:solidFill>
            <a:srgbClr val="1C14A8">
              <a:alpha val="93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8169402" y="1814322"/>
            <a:ext cx="0" cy="53340"/>
          </a:xfrm>
          <a:prstGeom prst="line">
            <a:avLst/>
          </a:prstGeom>
          <a:ln w="20574">
            <a:solidFill>
              <a:srgbClr val="E4DAFF">
                <a:alpha val="82000"/>
              </a:srgbClr>
            </a:solidFill>
          </a:ln>
        </p:spPr>
      </p:cxnSp>
      <p:sp>
        <p:nvSpPr>
          <p:cNvPr id="190" name="Oval 189"/>
          <p:cNvSpPr/>
          <p:nvPr/>
        </p:nvSpPr>
        <p:spPr>
          <a:xfrm>
            <a:off x="8148828" y="1781556"/>
            <a:ext cx="41148" cy="41148"/>
          </a:xfrm>
          <a:prstGeom prst="ellipse">
            <a:avLst/>
          </a:prstGeom>
          <a:solidFill>
            <a:srgbClr val="E4DAFF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8020812" y="1867662"/>
            <a:ext cx="297180" cy="231648"/>
          </a:xfrm>
          <a:prstGeom prst="roundRect">
            <a:avLst>
              <a:gd name="adj" fmla="val 26000"/>
            </a:avLst>
          </a:prstGeom>
          <a:solidFill>
            <a:srgbClr val="E4DAFF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089392" y="1948434"/>
            <a:ext cx="47244" cy="47244"/>
          </a:xfrm>
          <a:prstGeom prst="ellipse">
            <a:avLst/>
          </a:prstGeom>
          <a:solidFill>
            <a:srgbClr val="1C14A8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202168" y="1948434"/>
            <a:ext cx="47244" cy="47244"/>
          </a:xfrm>
          <a:prstGeom prst="ellipse">
            <a:avLst/>
          </a:prstGeom>
          <a:solidFill>
            <a:srgbClr val="1C14A8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122158" y="2029206"/>
            <a:ext cx="95250" cy="17526"/>
          </a:xfrm>
          <a:prstGeom prst="rect">
            <a:avLst/>
          </a:prstGeom>
          <a:solidFill>
            <a:srgbClr val="1C14A8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>
            <a:off x="8753856" y="1744218"/>
            <a:ext cx="0" cy="54102"/>
          </a:xfrm>
          <a:prstGeom prst="line">
            <a:avLst/>
          </a:prstGeom>
          <a:ln w="21336">
            <a:solidFill>
              <a:srgbClr val="FFFFFF">
                <a:alpha val="78000"/>
              </a:srgbClr>
            </a:solidFill>
          </a:ln>
        </p:spPr>
      </p:cxnSp>
      <p:sp>
        <p:nvSpPr>
          <p:cNvPr id="196" name="Oval 195"/>
          <p:cNvSpPr/>
          <p:nvPr/>
        </p:nvSpPr>
        <p:spPr>
          <a:xfrm>
            <a:off x="8732520" y="1710690"/>
            <a:ext cx="42672" cy="42672"/>
          </a:xfrm>
          <a:prstGeom prst="ellipse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Rounded Rectangle 196"/>
          <p:cNvSpPr/>
          <p:nvPr/>
        </p:nvSpPr>
        <p:spPr>
          <a:xfrm>
            <a:off x="8603742" y="1798320"/>
            <a:ext cx="300990" cy="234696"/>
          </a:xfrm>
          <a:prstGeom prst="roundRect">
            <a:avLst>
              <a:gd name="adj" fmla="val 26000"/>
            </a:avLst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672322" y="1879854"/>
            <a:ext cx="48768" cy="48768"/>
          </a:xfrm>
          <a:prstGeom prst="ellipse">
            <a:avLst/>
          </a:prstGeom>
          <a:solidFill>
            <a:srgbClr val="1C14A8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786622" y="1879854"/>
            <a:ext cx="48768" cy="48768"/>
          </a:xfrm>
          <a:prstGeom prst="ellipse">
            <a:avLst/>
          </a:prstGeom>
          <a:solidFill>
            <a:srgbClr val="1C14A8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8705850" y="1962912"/>
            <a:ext cx="96012" cy="18288"/>
          </a:xfrm>
          <a:prstGeom prst="rect">
            <a:avLst/>
          </a:prstGeom>
          <a:solidFill>
            <a:srgbClr val="1C14A8">
              <a:alpha val="7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>
            <a:off x="9374124" y="1815084"/>
            <a:ext cx="0" cy="41910"/>
          </a:xfrm>
          <a:prstGeom prst="line">
            <a:avLst/>
          </a:prstGeom>
          <a:ln w="16002">
            <a:solidFill>
              <a:srgbClr val="C9B5FF">
                <a:alpha val="98000"/>
              </a:srgbClr>
            </a:solidFill>
          </a:ln>
        </p:spPr>
      </p:cxnSp>
      <p:sp>
        <p:nvSpPr>
          <p:cNvPr id="202" name="Oval 201"/>
          <p:cNvSpPr/>
          <p:nvPr/>
        </p:nvSpPr>
        <p:spPr>
          <a:xfrm>
            <a:off x="9358122" y="1789938"/>
            <a:ext cx="32004" cy="32004"/>
          </a:xfrm>
          <a:prstGeom prst="ellipse">
            <a:avLst/>
          </a:prstGeom>
          <a:solidFill>
            <a:srgbClr val="C9B5FF">
              <a:alpha val="9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9258300" y="1856994"/>
            <a:ext cx="230886" cy="180594"/>
          </a:xfrm>
          <a:prstGeom prst="roundRect">
            <a:avLst>
              <a:gd name="adj" fmla="val 26000"/>
            </a:avLst>
          </a:prstGeom>
          <a:solidFill>
            <a:srgbClr val="C9B5FF">
              <a:alpha val="9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11640" y="1920240"/>
            <a:ext cx="36576" cy="36576"/>
          </a:xfrm>
          <a:prstGeom prst="ellipse">
            <a:avLst/>
          </a:prstGeom>
          <a:solidFill>
            <a:srgbClr val="1C14A8">
              <a:alpha val="9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400032" y="1920240"/>
            <a:ext cx="36576" cy="36576"/>
          </a:xfrm>
          <a:prstGeom prst="ellipse">
            <a:avLst/>
          </a:prstGeom>
          <a:solidFill>
            <a:srgbClr val="1C14A8">
              <a:alpha val="9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36786" y="1983486"/>
            <a:ext cx="73914" cy="13716"/>
          </a:xfrm>
          <a:prstGeom prst="rect">
            <a:avLst/>
          </a:prstGeom>
          <a:solidFill>
            <a:srgbClr val="1C14A8">
              <a:alpha val="9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7" name="Connector 206"/>
          <p:cNvCxnSpPr/>
          <p:nvPr/>
        </p:nvCxnSpPr>
        <p:spPr>
          <a:xfrm>
            <a:off x="9754362" y="1799844"/>
            <a:ext cx="0" cy="46482"/>
          </a:xfrm>
          <a:prstGeom prst="line">
            <a:avLst/>
          </a:prstGeom>
          <a:ln w="18288">
            <a:solidFill>
              <a:srgbClr val="FFFFFF">
                <a:alpha val="77000"/>
              </a:srgbClr>
            </a:solidFill>
          </a:ln>
        </p:spPr>
      </p:cxnSp>
      <p:sp>
        <p:nvSpPr>
          <p:cNvPr id="208" name="Oval 207"/>
          <p:cNvSpPr/>
          <p:nvPr/>
        </p:nvSpPr>
        <p:spPr>
          <a:xfrm>
            <a:off x="9736074" y="1771650"/>
            <a:ext cx="36576" cy="36576"/>
          </a:xfrm>
          <a:prstGeom prst="ellipse">
            <a:avLst/>
          </a:prstGeom>
          <a:solidFill>
            <a:srgbClr val="FFFFFF">
              <a:alpha val="7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>
            <a:off x="9625584" y="1846326"/>
            <a:ext cx="258318" cy="201168"/>
          </a:xfrm>
          <a:prstGeom prst="roundRect">
            <a:avLst>
              <a:gd name="adj" fmla="val 26000"/>
            </a:avLst>
          </a:prstGeom>
          <a:solidFill>
            <a:srgbClr val="FFFFFF">
              <a:alpha val="7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685020" y="1916430"/>
            <a:ext cx="41148" cy="41148"/>
          </a:xfrm>
          <a:prstGeom prst="ellipse">
            <a:avLst/>
          </a:prstGeom>
          <a:solidFill>
            <a:srgbClr val="1C14A8">
              <a:alpha val="7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782556" y="1916430"/>
            <a:ext cx="41148" cy="41148"/>
          </a:xfrm>
          <a:prstGeom prst="ellipse">
            <a:avLst/>
          </a:prstGeom>
          <a:solidFill>
            <a:srgbClr val="1C14A8">
              <a:alpha val="7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713214" y="1987296"/>
            <a:ext cx="82296" cy="15240"/>
          </a:xfrm>
          <a:prstGeom prst="rect">
            <a:avLst/>
          </a:prstGeom>
          <a:solidFill>
            <a:srgbClr val="1C14A8">
              <a:alpha val="7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3" name="Connector 212"/>
          <p:cNvCxnSpPr/>
          <p:nvPr/>
        </p:nvCxnSpPr>
        <p:spPr>
          <a:xfrm>
            <a:off x="10351770" y="1719834"/>
            <a:ext cx="0" cy="47244"/>
          </a:xfrm>
          <a:prstGeom prst="line">
            <a:avLst/>
          </a:prstGeom>
          <a:ln w="18288">
            <a:solidFill>
              <a:srgbClr val="C9B5FF">
                <a:alpha val="95000"/>
              </a:srgbClr>
            </a:solidFill>
          </a:ln>
        </p:spPr>
      </p:cxnSp>
      <p:sp>
        <p:nvSpPr>
          <p:cNvPr id="214" name="Oval 213"/>
          <p:cNvSpPr/>
          <p:nvPr/>
        </p:nvSpPr>
        <p:spPr>
          <a:xfrm>
            <a:off x="10333482" y="1691640"/>
            <a:ext cx="36576" cy="36576"/>
          </a:xfrm>
          <a:prstGeom prst="ellipse">
            <a:avLst/>
          </a:prstGeom>
          <a:solidFill>
            <a:srgbClr val="C9B5FF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0220706" y="1767078"/>
            <a:ext cx="262890" cy="204978"/>
          </a:xfrm>
          <a:prstGeom prst="roundRect">
            <a:avLst>
              <a:gd name="adj" fmla="val 26000"/>
            </a:avLst>
          </a:prstGeom>
          <a:solidFill>
            <a:srgbClr val="C9B5FF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0280904" y="1837944"/>
            <a:ext cx="42672" cy="42672"/>
          </a:xfrm>
          <a:prstGeom prst="ellipse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0380726" y="1837944"/>
            <a:ext cx="42672" cy="42672"/>
          </a:xfrm>
          <a:prstGeom prst="ellipse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10309860" y="1910334"/>
            <a:ext cx="83820" cy="16002"/>
          </a:xfrm>
          <a:prstGeom prst="rect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>
            <a:off x="8783574" y="2090928"/>
            <a:ext cx="0" cy="43434"/>
          </a:xfrm>
          <a:prstGeom prst="line">
            <a:avLst/>
          </a:prstGeom>
          <a:ln w="16764">
            <a:solidFill>
              <a:srgbClr val="FFFFFF">
                <a:alpha val="95000"/>
              </a:srgbClr>
            </a:solidFill>
          </a:ln>
        </p:spPr>
      </p:cxnSp>
      <p:sp>
        <p:nvSpPr>
          <p:cNvPr id="220" name="Oval 219"/>
          <p:cNvSpPr/>
          <p:nvPr/>
        </p:nvSpPr>
        <p:spPr>
          <a:xfrm>
            <a:off x="8766810" y="2064258"/>
            <a:ext cx="33528" cy="33528"/>
          </a:xfrm>
          <a:prstGeom prst="ellipse">
            <a:avLst/>
          </a:prstGeom>
          <a:solidFill>
            <a:srgbClr val="FFFFFF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8662416" y="2134362"/>
            <a:ext cx="243078" cy="189738"/>
          </a:xfrm>
          <a:prstGeom prst="roundRect">
            <a:avLst>
              <a:gd name="adj" fmla="val 26000"/>
            </a:avLst>
          </a:prstGeom>
          <a:solidFill>
            <a:srgbClr val="FFFFFF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717280" y="2199894"/>
            <a:ext cx="39624" cy="39624"/>
          </a:xfrm>
          <a:prstGeom prst="ellipse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810244" y="2199894"/>
            <a:ext cx="39624" cy="39624"/>
          </a:xfrm>
          <a:prstGeom prst="ellipse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744712" y="2266950"/>
            <a:ext cx="77724" cy="14478"/>
          </a:xfrm>
          <a:prstGeom prst="rect">
            <a:avLst/>
          </a:prstGeom>
          <a:solidFill>
            <a:srgbClr val="1C14A8">
              <a:alpha val="9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5" name="Connector 224"/>
          <p:cNvCxnSpPr/>
          <p:nvPr/>
        </p:nvCxnSpPr>
        <p:spPr>
          <a:xfrm>
            <a:off x="9147810" y="2245614"/>
            <a:ext cx="0" cy="42672"/>
          </a:xfrm>
          <a:prstGeom prst="line">
            <a:avLst/>
          </a:prstGeom>
          <a:ln w="16764">
            <a:solidFill>
              <a:srgbClr val="C9B5FF">
                <a:alpha val="90000"/>
              </a:srgbClr>
            </a:solidFill>
          </a:ln>
        </p:spPr>
      </p:cxnSp>
      <p:sp>
        <p:nvSpPr>
          <p:cNvPr id="226" name="Oval 225"/>
          <p:cNvSpPr/>
          <p:nvPr/>
        </p:nvSpPr>
        <p:spPr>
          <a:xfrm>
            <a:off x="9131046" y="2219706"/>
            <a:ext cx="33528" cy="33528"/>
          </a:xfrm>
          <a:prstGeom prst="ellipse">
            <a:avLst/>
          </a:prstGeom>
          <a:solidFill>
            <a:srgbClr val="C9B5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Rounded Rectangle 226"/>
          <p:cNvSpPr/>
          <p:nvPr/>
        </p:nvSpPr>
        <p:spPr>
          <a:xfrm>
            <a:off x="9030462" y="2288286"/>
            <a:ext cx="234696" cy="182880"/>
          </a:xfrm>
          <a:prstGeom prst="roundRect">
            <a:avLst>
              <a:gd name="adj" fmla="val 26000"/>
            </a:avLst>
          </a:prstGeom>
          <a:solidFill>
            <a:srgbClr val="C9B5F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083802" y="2351532"/>
            <a:ext cx="38100" cy="38100"/>
          </a:xfrm>
          <a:prstGeom prst="ellipse">
            <a:avLst/>
          </a:prstGeom>
          <a:solidFill>
            <a:srgbClr val="1C14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9172956" y="2351532"/>
            <a:ext cx="38100" cy="38100"/>
          </a:xfrm>
          <a:prstGeom prst="ellipse">
            <a:avLst/>
          </a:prstGeom>
          <a:solidFill>
            <a:srgbClr val="1C14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110472" y="2416302"/>
            <a:ext cx="75438" cy="13716"/>
          </a:xfrm>
          <a:prstGeom prst="rect">
            <a:avLst/>
          </a:prstGeom>
          <a:solidFill>
            <a:srgbClr val="1C14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1" name="Connector 230"/>
          <p:cNvCxnSpPr/>
          <p:nvPr/>
        </p:nvCxnSpPr>
        <p:spPr>
          <a:xfrm>
            <a:off x="9388602" y="2263140"/>
            <a:ext cx="0" cy="33528"/>
          </a:xfrm>
          <a:prstGeom prst="line">
            <a:avLst/>
          </a:prstGeom>
          <a:ln w="12954">
            <a:solidFill>
              <a:srgbClr val="E4DAFF">
                <a:alpha val="84000"/>
              </a:srgbClr>
            </a:solidFill>
          </a:ln>
        </p:spPr>
      </p:cxnSp>
      <p:sp>
        <p:nvSpPr>
          <p:cNvPr id="232" name="Oval 231"/>
          <p:cNvSpPr/>
          <p:nvPr/>
        </p:nvSpPr>
        <p:spPr>
          <a:xfrm>
            <a:off x="9375648" y="2242566"/>
            <a:ext cx="25908" cy="25908"/>
          </a:xfrm>
          <a:prstGeom prst="ellipse">
            <a:avLst/>
          </a:prstGeom>
          <a:solidFill>
            <a:srgbClr val="E4DAFF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9295638" y="2296668"/>
            <a:ext cx="185928" cy="144780"/>
          </a:xfrm>
          <a:prstGeom prst="roundRect">
            <a:avLst>
              <a:gd name="adj" fmla="val 26000"/>
            </a:avLst>
          </a:prstGeom>
          <a:solidFill>
            <a:srgbClr val="E4DAFF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9337548" y="2346960"/>
            <a:ext cx="30480" cy="30480"/>
          </a:xfrm>
          <a:prstGeom prst="ellipse">
            <a:avLst/>
          </a:prstGeom>
          <a:solidFill>
            <a:srgbClr val="1C14A8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9408414" y="2346960"/>
            <a:ext cx="30480" cy="30480"/>
          </a:xfrm>
          <a:prstGeom prst="ellipse">
            <a:avLst/>
          </a:prstGeom>
          <a:solidFill>
            <a:srgbClr val="1C14A8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358884" y="2398014"/>
            <a:ext cx="59436" cy="11430"/>
          </a:xfrm>
          <a:prstGeom prst="rect">
            <a:avLst/>
          </a:prstGeom>
          <a:solidFill>
            <a:srgbClr val="1C14A8">
              <a:alpha val="8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7" name="Connector 236"/>
          <p:cNvCxnSpPr/>
          <p:nvPr/>
        </p:nvCxnSpPr>
        <p:spPr>
          <a:xfrm>
            <a:off x="9892284" y="2195322"/>
            <a:ext cx="0" cy="42672"/>
          </a:xfrm>
          <a:prstGeom prst="line">
            <a:avLst/>
          </a:prstGeom>
          <a:ln w="16764">
            <a:solidFill>
              <a:srgbClr val="E4DAFF">
                <a:alpha val="82000"/>
              </a:srgbClr>
            </a:solidFill>
          </a:ln>
        </p:spPr>
      </p:cxnSp>
      <p:sp>
        <p:nvSpPr>
          <p:cNvPr id="238" name="Oval 237"/>
          <p:cNvSpPr/>
          <p:nvPr/>
        </p:nvSpPr>
        <p:spPr>
          <a:xfrm>
            <a:off x="9875520" y="2169414"/>
            <a:ext cx="33528" cy="33528"/>
          </a:xfrm>
          <a:prstGeom prst="ellipse">
            <a:avLst/>
          </a:prstGeom>
          <a:solidFill>
            <a:srgbClr val="E4DAFF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9773412" y="2237994"/>
            <a:ext cx="237744" cy="185166"/>
          </a:xfrm>
          <a:prstGeom prst="roundRect">
            <a:avLst>
              <a:gd name="adj" fmla="val 26000"/>
            </a:avLst>
          </a:prstGeom>
          <a:solidFill>
            <a:srgbClr val="E4DAFF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9828276" y="2302764"/>
            <a:ext cx="38100" cy="38100"/>
          </a:xfrm>
          <a:prstGeom prst="ellipse">
            <a:avLst/>
          </a:prstGeom>
          <a:solidFill>
            <a:srgbClr val="1C14A8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918192" y="2302764"/>
            <a:ext cx="38100" cy="38100"/>
          </a:xfrm>
          <a:prstGeom prst="ellipse">
            <a:avLst/>
          </a:prstGeom>
          <a:solidFill>
            <a:srgbClr val="1C14A8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854184" y="2367534"/>
            <a:ext cx="76200" cy="14478"/>
          </a:xfrm>
          <a:prstGeom prst="rect">
            <a:avLst/>
          </a:prstGeom>
          <a:solidFill>
            <a:srgbClr val="1C14A8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033260" y="2758440"/>
            <a:ext cx="4526280" cy="121920"/>
          </a:xfrm>
          <a:custGeom>
            <a:avLst/>
            <a:gdLst/>
            <a:ahLst/>
            <a:cxnLst/>
            <a:rect l="0" t="0" r="r" b="b"/>
            <a:pathLst>
              <a:path w="4526280" h="121920">
                <a:moveTo>
                  <a:pt x="0" y="0"/>
                </a:moveTo>
                <a:lnTo>
                  <a:pt x="4526280" y="0"/>
                </a:lnTo>
                <a:lnTo>
                  <a:pt x="4526280" y="121920"/>
                </a:lnTo>
                <a:lnTo>
                  <a:pt x="0" y="121920"/>
                </a:lnTo>
                <a:close/>
              </a:path>
            </a:pathLst>
          </a:cu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7292340" y="3825240"/>
            <a:ext cx="4526280" cy="121920"/>
          </a:xfrm>
          <a:custGeom>
            <a:avLst/>
            <a:gdLst/>
            <a:ahLst/>
            <a:cxnLst/>
            <a:rect l="0" t="0" r="r" b="b"/>
            <a:pathLst>
              <a:path w="4526280" h="121920">
                <a:moveTo>
                  <a:pt x="0" y="0"/>
                </a:moveTo>
                <a:lnTo>
                  <a:pt x="4526280" y="0"/>
                </a:lnTo>
                <a:lnTo>
                  <a:pt x="4526280" y="121920"/>
                </a:lnTo>
                <a:lnTo>
                  <a:pt x="0" y="121920"/>
                </a:lnTo>
                <a:close/>
              </a:path>
            </a:pathLst>
          </a:cu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269480" y="2987040"/>
            <a:ext cx="4312920" cy="731520"/>
          </a:xfrm>
          <a:custGeom>
            <a:avLst/>
            <a:gdLst/>
            <a:ahLst/>
            <a:cxnLst/>
            <a:rect l="0" t="0" r="r" b="b"/>
            <a:pathLst>
              <a:path w="4312920" h="731520">
                <a:moveTo>
                  <a:pt x="0" y="0"/>
                </a:moveTo>
                <a:lnTo>
                  <a:pt x="4312920" y="0"/>
                </a:lnTo>
                <a:lnTo>
                  <a:pt x="4312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7498080" y="3080309"/>
            <a:ext cx="2472538" cy="539191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4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360" b="1" spc="300">
                <a:solidFill>
                  <a:srgbClr val="1C14A8"/>
                </a:solidFill>
                <a:latin typeface="Segoe UI"/>
                <a:cs typeface="Segoe UI"/>
              </a:rPr>
              <a:t>Навык</a:t>
            </a:r>
            <a:endParaRPr lang="ru-RU" dirty="0" sz="3360" b="1" spc="300">
              <a:solidFill>
                <a:srgbClr val="1C14A8"/>
              </a:solidFill>
              <a:latin typeface="Segoe UI"/>
              <a:cs typeface="Segoe UI"/>
            </a:endParaRPr>
          </a:p>
        </p:txBody>
      </p:sp>
      <p:cxnSp>
        <p:nvCxnSpPr>
          <p:cNvPr id="247" name="Connector 246"/>
          <p:cNvCxnSpPr/>
          <p:nvPr/>
        </p:nvCxnSpPr>
        <p:spPr>
          <a:xfrm>
            <a:off x="9326880" y="3154680"/>
            <a:ext cx="0" cy="411480"/>
          </a:xfrm>
          <a:prstGeom prst="line">
            <a:avLst/>
          </a:prstGeom>
          <a:ln w="15240">
            <a:solidFill>
              <a:srgbClr val="B5A3F5"/>
            </a:solidFill>
          </a:ln>
        </p:spPr>
      </p:cxnSp>
      <p:sp>
        <p:nvSpPr>
          <p:cNvPr id="248" name="TextBox 247"/>
          <p:cNvSpPr txBox="1"/>
          <p:nvPr/>
        </p:nvSpPr>
        <p:spPr>
          <a:xfrm>
            <a:off x="9509760" y="3139440"/>
            <a:ext cx="2043251" cy="2514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00" b="1">
                <a:solidFill>
                  <a:srgbClr val="1C14A8"/>
                </a:solidFill>
                <a:latin typeface="Segoe UI"/>
                <a:cs typeface="Segoe UI"/>
              </a:rPr>
              <a:t>правила подачи</a:t>
            </a:r>
            <a:endParaRPr lang="ru-RU" dirty="0" sz="1500" b="1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249" name="TextBox 248"/>
          <p:cNvSpPr txBox="1"/>
          <p:nvPr/>
        </p:nvSpPr>
        <p:spPr>
          <a:xfrm>
            <a:off x="9509760" y="3383280"/>
            <a:ext cx="2374349" cy="25146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00">
                <a:solidFill>
                  <a:srgbClr val="6B00FF"/>
                </a:solidFill>
                <a:latin typeface="Segoe UI Semibold"/>
                <a:cs typeface="Segoe UI Semibold"/>
              </a:rPr>
              <a:t>проверка качества</a:t>
            </a:r>
            <a:endParaRPr lang="ru-RU" dirty="0" sz="1500">
              <a:solidFill>
                <a:srgbClr val="6B00FF"/>
              </a:solidFill>
              <a:latin typeface="Segoe UI Semibold"/>
              <a:cs typeface="Segoe UI Semibold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7536180" y="3947160"/>
            <a:ext cx="880110" cy="289560"/>
          </a:xfrm>
          <a:custGeom>
            <a:avLst/>
            <a:gdLst/>
            <a:ahLst/>
            <a:cxnLst/>
            <a:rect l="0" t="0" r="r" b="b"/>
            <a:pathLst>
              <a:path w="880110" h="289560">
                <a:moveTo>
                  <a:pt x="880110" y="0"/>
                </a:moveTo>
                <a:lnTo>
                  <a:pt x="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856220" y="3947160"/>
            <a:ext cx="720090" cy="289560"/>
          </a:xfrm>
          <a:custGeom>
            <a:avLst/>
            <a:gdLst/>
            <a:ahLst/>
            <a:cxnLst/>
            <a:rect l="0" t="0" r="r" b="b"/>
            <a:pathLst>
              <a:path w="720090" h="289560">
                <a:moveTo>
                  <a:pt x="720090" y="0"/>
                </a:moveTo>
                <a:lnTo>
                  <a:pt x="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176260" y="3947160"/>
            <a:ext cx="560070" cy="289560"/>
          </a:xfrm>
          <a:custGeom>
            <a:avLst/>
            <a:gdLst/>
            <a:ahLst/>
            <a:cxnLst/>
            <a:rect l="0" t="0" r="r" b="b"/>
            <a:pathLst>
              <a:path w="560070" h="289560">
                <a:moveTo>
                  <a:pt x="560070" y="0"/>
                </a:moveTo>
                <a:lnTo>
                  <a:pt x="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8496300" y="3947160"/>
            <a:ext cx="400050" cy="289560"/>
          </a:xfrm>
          <a:custGeom>
            <a:avLst/>
            <a:gdLst/>
            <a:ahLst/>
            <a:cxnLst/>
            <a:rect l="0" t="0" r="r" b="b"/>
            <a:pathLst>
              <a:path w="400050" h="289560">
                <a:moveTo>
                  <a:pt x="400050" y="0"/>
                </a:moveTo>
                <a:lnTo>
                  <a:pt x="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8816340" y="3947160"/>
            <a:ext cx="240030" cy="289560"/>
          </a:xfrm>
          <a:custGeom>
            <a:avLst/>
            <a:gdLst/>
            <a:ahLst/>
            <a:cxnLst/>
            <a:rect l="0" t="0" r="r" b="b"/>
            <a:pathLst>
              <a:path w="240030" h="289560">
                <a:moveTo>
                  <a:pt x="240030" y="0"/>
                </a:moveTo>
                <a:lnTo>
                  <a:pt x="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136380" y="3947160"/>
            <a:ext cx="80010" cy="289560"/>
          </a:xfrm>
          <a:custGeom>
            <a:avLst/>
            <a:gdLst/>
            <a:ahLst/>
            <a:cxnLst/>
            <a:rect l="0" t="0" r="r" b="b"/>
            <a:pathLst>
              <a:path w="80010" h="289560">
                <a:moveTo>
                  <a:pt x="80010" y="0"/>
                </a:moveTo>
                <a:lnTo>
                  <a:pt x="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376410" y="3947160"/>
            <a:ext cx="80010" cy="289560"/>
          </a:xfrm>
          <a:custGeom>
            <a:avLst/>
            <a:gdLst/>
            <a:ahLst/>
            <a:cxnLst/>
            <a:rect l="0" t="0" r="r" b="b"/>
            <a:pathLst>
              <a:path w="80010" h="289560">
                <a:moveTo>
                  <a:pt x="0" y="0"/>
                </a:moveTo>
                <a:lnTo>
                  <a:pt x="8001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536430" y="3947160"/>
            <a:ext cx="240030" cy="289560"/>
          </a:xfrm>
          <a:custGeom>
            <a:avLst/>
            <a:gdLst/>
            <a:ahLst/>
            <a:cxnLst/>
            <a:rect l="0" t="0" r="r" b="b"/>
            <a:pathLst>
              <a:path w="240030" h="289560">
                <a:moveTo>
                  <a:pt x="0" y="0"/>
                </a:moveTo>
                <a:lnTo>
                  <a:pt x="24003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696450" y="3947160"/>
            <a:ext cx="400050" cy="289560"/>
          </a:xfrm>
          <a:custGeom>
            <a:avLst/>
            <a:gdLst/>
            <a:ahLst/>
            <a:cxnLst/>
            <a:rect l="0" t="0" r="r" b="b"/>
            <a:pathLst>
              <a:path w="400050" h="289560">
                <a:moveTo>
                  <a:pt x="0" y="0"/>
                </a:moveTo>
                <a:lnTo>
                  <a:pt x="40005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856470" y="3947160"/>
            <a:ext cx="560070" cy="289560"/>
          </a:xfrm>
          <a:custGeom>
            <a:avLst/>
            <a:gdLst/>
            <a:ahLst/>
            <a:cxnLst/>
            <a:rect l="0" t="0" r="r" b="b"/>
            <a:pathLst>
              <a:path w="560070" h="289560">
                <a:moveTo>
                  <a:pt x="0" y="0"/>
                </a:moveTo>
                <a:lnTo>
                  <a:pt x="56007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016490" y="3947160"/>
            <a:ext cx="720090" cy="289560"/>
          </a:xfrm>
          <a:custGeom>
            <a:avLst/>
            <a:gdLst/>
            <a:ahLst/>
            <a:cxnLst/>
            <a:rect l="0" t="0" r="r" b="b"/>
            <a:pathLst>
              <a:path w="720090" h="289560">
                <a:moveTo>
                  <a:pt x="0" y="0"/>
                </a:moveTo>
                <a:lnTo>
                  <a:pt x="72009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176510" y="3947160"/>
            <a:ext cx="880110" cy="289560"/>
          </a:xfrm>
          <a:custGeom>
            <a:avLst/>
            <a:gdLst/>
            <a:ahLst/>
            <a:cxnLst/>
            <a:rect l="0" t="0" r="r" b="b"/>
            <a:pathLst>
              <a:path w="880110" h="289560">
                <a:moveTo>
                  <a:pt x="0" y="0"/>
                </a:moveTo>
                <a:lnTo>
                  <a:pt x="880110" y="289560"/>
                </a:lnTo>
              </a:path>
            </a:pathLst>
          </a:custGeom>
          <a:solidFill>
            <a:srgbClr val="000000">
              <a:alpha val="55000"/>
            </a:srgbClr>
          </a:solidFill>
          <a:ln w="12192">
            <a:solidFill>
              <a:srgbClr val="9B70FF">
                <a:alpha val="5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7421880" y="428244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741920" y="428244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8061960" y="428244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382000" y="428244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702040" y="428244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022080" y="428244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342120" y="428244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662160" y="428244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982200" y="428244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302240" y="428244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622280" y="428244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0942320" y="428244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7421880" y="460248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741920" y="460248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8061960" y="460248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382000" y="460248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8702040" y="460248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022080" y="460248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342120" y="460248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662160" y="460248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982200" y="460248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302240" y="460248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622280" y="460248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942320" y="460248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421880" y="492252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741920" y="492252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061960" y="492252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382000" y="492252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8702040" y="492252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022080" y="492252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9342120" y="492252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9662160" y="492252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9982200" y="492252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302240" y="492252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622280" y="492252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942320" y="492252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421880" y="524256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741920" y="524256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61960" y="524256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8382000" y="524256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702040" y="524256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9022080" y="524256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9342120" y="524256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662160" y="524256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9982200" y="524256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302240" y="524256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622280" y="524256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942320" y="524256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421880" y="556260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741920" y="556260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8061960" y="556260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8382000" y="556260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8702040" y="556260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9022080" y="556260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9342120" y="556260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9662160" y="556260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9982200" y="556260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302240" y="556260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622280" y="5562600"/>
            <a:ext cx="228600" cy="228600"/>
          </a:xfrm>
          <a:prstGeom prst="rect">
            <a:avLst/>
          </a:prstGeom>
          <a:solidFill>
            <a:srgbClr val="9B7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942320" y="5562600"/>
            <a:ext cx="228600" cy="228600"/>
          </a:xfrm>
          <a:prstGeom prst="rect">
            <a:avLst/>
          </a:prstGeom>
          <a:solidFill>
            <a:srgbClr val="3F30C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6284976" y="195072"/>
            <a:ext cx="6022848" cy="2697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00" b="1" spc="18">
                <a:solidFill>
                  <a:srgbClr val="FFFFFF"/>
                </a:solidFill>
                <a:latin typeface="Segoe UI"/>
                <a:cs typeface="Segoe UI"/>
              </a:rPr>
              <a:t>Агенты Claude Code</a:t>
            </a:r>
            <a:endParaRPr lang="ru-RU" dirty="0" sz="1500" b="1" spc="18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6284976" y="5986272"/>
            <a:ext cx="6022848" cy="2697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00" b="1" spc="18">
                <a:solidFill>
                  <a:srgbClr val="FFFFFF"/>
                </a:solidFill>
                <a:latin typeface="Segoe UI"/>
                <a:cs typeface="Segoe UI"/>
              </a:rPr>
              <a:t>слайды в PDF и PPTX, ролик MP4</a:t>
            </a:r>
            <a:endParaRPr lang="ru-RU" dirty="0" sz="1500" b="1" spc="18">
              <a:solidFill>
                <a:srgbClr val="FFFFFF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74142"/>
            <a:ext cx="908837" cy="1935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080" b="1" cap="all" spc="96">
                <a:solidFill>
                  <a:srgbClr val="6B00FF"/>
                </a:solidFill>
                <a:latin typeface="Segoe UI"/>
                <a:cs typeface="Segoe UI"/>
              </a:rPr>
              <a:t>Проблема</a:t>
            </a:r>
            <a:endParaRPr lang="ru-RU" dirty="0" sz="108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pic>
        <p:nvPicPr>
          <p:cNvPr id="3" name="Picture 2" descr="island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50520"/>
            <a:ext cx="103632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20242"/>
            <a:ext cx="10936224" cy="3694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280" b="1" spc="-18">
                <a:solidFill>
                  <a:srgbClr val="1C14A8"/>
                </a:solidFill>
                <a:latin typeface="Segoe UI"/>
                <a:cs typeface="Segoe UI"/>
              </a:rPr>
              <a:t>Шаблонную презентацию узнают сразу</a:t>
            </a:r>
            <a:endParaRPr lang="ru-RU" dirty="0" sz="2280" b="1" spc="-18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60907"/>
            <a:ext cx="10302240" cy="30662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>
                <a:solidFill>
                  <a:srgbClr val="15141F"/>
                </a:solidFill>
                <a:latin typeface="Segoe UI"/>
                <a:cs typeface="Segoe UI"/>
              </a:rPr>
              <a:t>Руководство возвращает её за украшения, перегруз и числа без подтверждения</a:t>
            </a:r>
            <a:endParaRPr lang="ru-RU" dirty="0" sz="1680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2640" y="1963598"/>
            <a:ext cx="5760720" cy="426720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817038"/>
            <a:ext cx="4419600" cy="0"/>
          </a:xfrm>
          <a:prstGeom prst="line">
            <a:avLst/>
          </a:prstGeom>
          <a:ln w="15240">
            <a:solidFill>
              <a:srgbClr val="DEDBE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6278880" y="2817038"/>
            <a:ext cx="4968240" cy="0"/>
          </a:xfrm>
          <a:prstGeom prst="line">
            <a:avLst/>
          </a:prstGeom>
          <a:ln w="15240">
            <a:solidFill>
              <a:srgbClr val="FFFFFF">
                <a:alpha val="25000"/>
              </a:srgbClr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5196840" y="3114218"/>
            <a:ext cx="335280" cy="3810"/>
          </a:xfrm>
          <a:custGeom>
            <a:avLst/>
            <a:gdLst/>
            <a:ahLst/>
            <a:cxnLst/>
            <a:rect l="0" t="0" r="r" b="b"/>
            <a:pathLst>
              <a:path w="335280" h="3810" fill="none">
                <a:moveTo>
                  <a:pt x="0" y="0"/>
                </a:moveTo>
                <a:lnTo>
                  <a:pt x="335280" y="0"/>
                </a:lnTo>
              </a:path>
            </a:pathLst>
          </a:custGeom>
          <a:noFill/>
          <a:ln w="18288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32120" y="3053258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48640" y="3655238"/>
            <a:ext cx="4419600" cy="0"/>
          </a:xfrm>
          <a:prstGeom prst="line">
            <a:avLst/>
          </a:prstGeom>
          <a:ln w="15240">
            <a:solidFill>
              <a:srgbClr val="DEDBEA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278880" y="3655238"/>
            <a:ext cx="4968240" cy="0"/>
          </a:xfrm>
          <a:prstGeom prst="line">
            <a:avLst/>
          </a:prstGeom>
          <a:ln w="15240">
            <a:solidFill>
              <a:srgbClr val="FFFFFF">
                <a:alpha val="25000"/>
              </a:srgbClr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5196840" y="3952418"/>
            <a:ext cx="335280" cy="3810"/>
          </a:xfrm>
          <a:custGeom>
            <a:avLst/>
            <a:gdLst/>
            <a:ahLst/>
            <a:cxnLst/>
            <a:rect l="0" t="0" r="r" b="b"/>
            <a:pathLst>
              <a:path w="335280" h="3810" fill="none">
                <a:moveTo>
                  <a:pt x="0" y="0"/>
                </a:moveTo>
                <a:lnTo>
                  <a:pt x="335280" y="0"/>
                </a:lnTo>
              </a:path>
            </a:pathLst>
          </a:custGeom>
          <a:noFill/>
          <a:ln w="18288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32120" y="3891458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48640" y="4493438"/>
            <a:ext cx="4419600" cy="0"/>
          </a:xfrm>
          <a:prstGeom prst="line">
            <a:avLst/>
          </a:prstGeom>
          <a:ln w="15240">
            <a:solidFill>
              <a:srgbClr val="DEDBEA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278880" y="4493438"/>
            <a:ext cx="4968240" cy="0"/>
          </a:xfrm>
          <a:prstGeom prst="line">
            <a:avLst/>
          </a:prstGeom>
          <a:ln w="15240">
            <a:solidFill>
              <a:srgbClr val="FFFFFF">
                <a:alpha val="25000"/>
              </a:srgbClr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196840" y="4790618"/>
            <a:ext cx="335280" cy="3810"/>
          </a:xfrm>
          <a:custGeom>
            <a:avLst/>
            <a:gdLst/>
            <a:ahLst/>
            <a:cxnLst/>
            <a:rect l="0" t="0" r="r" b="b"/>
            <a:pathLst>
              <a:path w="335280" h="3810" fill="none">
                <a:moveTo>
                  <a:pt x="0" y="0"/>
                </a:moveTo>
                <a:lnTo>
                  <a:pt x="335280" y="0"/>
                </a:lnTo>
              </a:path>
            </a:pathLst>
          </a:custGeom>
          <a:noFill/>
          <a:ln w="18288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4729658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48640" y="5331638"/>
            <a:ext cx="4419600" cy="0"/>
          </a:xfrm>
          <a:prstGeom prst="line">
            <a:avLst/>
          </a:prstGeom>
          <a:ln w="15240">
            <a:solidFill>
              <a:srgbClr val="DEDBEA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6278880" y="5331638"/>
            <a:ext cx="4968240" cy="0"/>
          </a:xfrm>
          <a:prstGeom prst="line">
            <a:avLst/>
          </a:prstGeom>
          <a:ln w="15240">
            <a:solidFill>
              <a:srgbClr val="FFFFFF">
                <a:alpha val="25000"/>
              </a:srgbClr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196840" y="5628818"/>
            <a:ext cx="335280" cy="3810"/>
          </a:xfrm>
          <a:custGeom>
            <a:avLst/>
            <a:gdLst/>
            <a:ahLst/>
            <a:cxnLst/>
            <a:rect l="0" t="0" r="r" b="b"/>
            <a:pathLst>
              <a:path w="335280" h="3810" fill="none">
                <a:moveTo>
                  <a:pt x="0" y="0"/>
                </a:moveTo>
                <a:lnTo>
                  <a:pt x="335280" y="0"/>
                </a:lnTo>
              </a:path>
            </a:pathLst>
          </a:custGeom>
          <a:noFill/>
          <a:ln w="18288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32120" y="5567858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21154"/>
            <a:ext cx="4596384" cy="31394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00" b="1">
                <a:solidFill>
                  <a:srgbClr val="62617A"/>
                </a:solidFill>
                <a:latin typeface="Segoe UI"/>
                <a:cs typeface="Segoe UI"/>
              </a:rPr>
              <a:t>Типичный генератор слайдов</a:t>
            </a:r>
            <a:endParaRPr lang="ru-RU" dirty="0" sz="1800" b="1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78880" y="2221154"/>
            <a:ext cx="5166970" cy="31394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00" b="1">
                <a:solidFill>
                  <a:srgbClr val="FFFFFF"/>
                </a:solidFill>
                <a:latin typeface="Segoe UI"/>
                <a:cs typeface="Segoe UI"/>
              </a:rPr>
              <a:t>Навык Агаморы</a:t>
            </a:r>
            <a:endParaRPr lang="ru-RU" dirty="0" sz="18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2976753"/>
            <a:ext cx="4596384" cy="53210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>
                <a:solidFill>
                  <a:srgbClr val="62617A"/>
                </a:solidFill>
                <a:latin typeface="Segoe UI"/>
                <a:cs typeface="Segoe UI"/>
              </a:rPr>
              <a:t>Иконки в цветных квадратах,</a:t>
            </a:r>
            <a:br>
              <a:rPr lang="ru-RU" dirty="0" sz="156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560">
                <a:solidFill>
                  <a:srgbClr val="62617A"/>
                </a:solidFill>
                <a:latin typeface="Segoe UI"/>
                <a:cs typeface="Segoe UI"/>
              </a:rPr>
              <a:t>градиенты и тени</a:t>
            </a:r>
            <a:endParaRPr lang="ru-RU" dirty="0" sz="156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8880" y="2976753"/>
            <a:ext cx="5166970" cy="2746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 b="1">
                <a:solidFill>
                  <a:srgbClr val="FFFFFF"/>
                </a:solidFill>
                <a:latin typeface="Segoe UI"/>
                <a:cs typeface="Segoe UI"/>
              </a:rPr>
              <a:t>Плоская фирменная графика по смыслу</a:t>
            </a:r>
            <a:endParaRPr lang="ru-RU" dirty="0" sz="156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3814953"/>
            <a:ext cx="4596384" cy="2746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>
                <a:solidFill>
                  <a:srgbClr val="62617A"/>
                </a:solidFill>
                <a:latin typeface="Segoe UI"/>
                <a:cs typeface="Segoe UI"/>
              </a:rPr>
              <a:t>Сплошной текст и мелкий кегль</a:t>
            </a:r>
            <a:endParaRPr lang="ru-RU" dirty="0" sz="156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78880" y="3814953"/>
            <a:ext cx="5166970" cy="2746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 b="1">
                <a:solidFill>
                  <a:srgbClr val="FFFFFF"/>
                </a:solidFill>
                <a:latin typeface="Segoe UI"/>
                <a:cs typeface="Segoe UI"/>
              </a:rPr>
              <a:t>Один главный объект и крупный текст</a:t>
            </a:r>
            <a:endParaRPr lang="ru-RU" dirty="0" sz="156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4653153"/>
            <a:ext cx="4596384" cy="2746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>
                <a:solidFill>
                  <a:srgbClr val="62617A"/>
                </a:solidFill>
                <a:latin typeface="Segoe UI"/>
                <a:cs typeface="Segoe UI"/>
              </a:rPr>
              <a:t>Эффектные числа без подтверждения</a:t>
            </a:r>
            <a:endParaRPr lang="ru-RU" dirty="0" sz="156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78880" y="4653153"/>
            <a:ext cx="5166970" cy="2746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 b="1">
                <a:solidFill>
                  <a:srgbClr val="FFFFFF"/>
                </a:solidFill>
                <a:latin typeface="Segoe UI"/>
                <a:cs typeface="Segoe UI"/>
              </a:rPr>
              <a:t>Только подтверждённые числа</a:t>
            </a:r>
            <a:endParaRPr lang="ru-RU" dirty="0" sz="156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491353"/>
            <a:ext cx="4596384" cy="2746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>
                <a:solidFill>
                  <a:srgbClr val="62617A"/>
                </a:solidFill>
                <a:latin typeface="Segoe UI"/>
                <a:cs typeface="Segoe UI"/>
              </a:rPr>
              <a:t>Один шаблон для всех</a:t>
            </a:r>
            <a:endParaRPr lang="ru-RU" dirty="0" sz="156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78880" y="5491353"/>
            <a:ext cx="5166970" cy="2746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 b="1">
                <a:solidFill>
                  <a:srgbClr val="FFFFFF"/>
                </a:solidFill>
                <a:latin typeface="Segoe UI"/>
                <a:cs typeface="Segoe UI"/>
              </a:rPr>
              <a:t>Ваш бренд: цвета, шрифты, логотип</a:t>
            </a:r>
            <a:endParaRPr lang="ru-RU" dirty="0" sz="156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570132" y="6537960"/>
            <a:ext cx="118948" cy="16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960">
                <a:solidFill>
                  <a:srgbClr val="A9A7B8"/>
                </a:solidFill>
                <a:latin typeface="Segoe UI Semibold"/>
                <a:cs typeface="Segoe UI Semibold"/>
              </a:rPr>
              <a:t>2</a:t>
            </a:r>
            <a:endParaRPr lang="ru-RU" dirty="0" sz="960">
              <a:solidFill>
                <a:srgbClr val="A9A7B8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74142"/>
            <a:ext cx="497815" cy="1935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080" b="1" cap="all" spc="96">
                <a:solidFill>
                  <a:srgbClr val="6B00FF"/>
                </a:solidFill>
                <a:latin typeface="Segoe UI"/>
                <a:cs typeface="Segoe UI"/>
              </a:rPr>
              <a:t>Опыт</a:t>
            </a:r>
            <a:endParaRPr lang="ru-RU" dirty="0" sz="108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pic>
        <p:nvPicPr>
          <p:cNvPr id="3" name="Picture 2" descr="island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50520"/>
            <a:ext cx="103632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20242"/>
            <a:ext cx="10936224" cy="3694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280" b="1" spc="-18">
                <a:solidFill>
                  <a:srgbClr val="1C14A8"/>
                </a:solidFill>
                <a:latin typeface="Segoe UI"/>
                <a:cs typeface="Segoe UI"/>
              </a:rPr>
              <a:t>Правила выросли из замечаний руководства</a:t>
            </a:r>
            <a:endParaRPr lang="ru-RU" dirty="0" sz="2280" b="1" spc="-18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772156"/>
            <a:ext cx="3803904" cy="165354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2000" b="1" spc="-300">
                <a:solidFill>
                  <a:srgbClr val="1C14A8"/>
                </a:solidFill>
                <a:latin typeface="Segoe UI"/>
                <a:cs typeface="Segoe UI"/>
              </a:rPr>
              <a:t>85</a:t>
            </a:r>
            <a:endParaRPr lang="ru-RU" dirty="0" sz="12000" b="1" spc="-300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546092"/>
            <a:ext cx="3803904" cy="6111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00">
                <a:solidFill>
                  <a:srgbClr val="15141F"/>
                </a:solidFill>
                <a:latin typeface="Segoe UI"/>
                <a:cs typeface="Segoe UI"/>
              </a:rPr>
              <a:t>правил подачи, языка,</a:t>
            </a:r>
            <a:br>
              <a:rPr lang="ru-RU" dirty="0" sz="1800">
                <a:solidFill>
                  <a:srgbClr val="15141F"/>
                </a:solidFill>
                <a:latin typeface="Segoe UI"/>
                <a:cs typeface="Segoe UI"/>
              </a:rPr>
            </a:br>
            <a:r>
              <a:rPr lang="ru-RU" dirty="0" sz="1800">
                <a:solidFill>
                  <a:srgbClr val="15141F"/>
                </a:solidFill>
                <a:latin typeface="Segoe UI"/>
                <a:cs typeface="Segoe UI"/>
              </a:rPr>
              <a:t>чисел и графики</a:t>
            </a:r>
            <a:endParaRPr lang="ru-RU" dirty="0" sz="1800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15840" y="1902257"/>
            <a:ext cx="6827520" cy="106969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15840" y="1902257"/>
            <a:ext cx="682752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5840" y="2136648"/>
            <a:ext cx="1822704" cy="30662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5141F"/>
                </a:solidFill>
                <a:latin typeface="Segoe UI"/>
                <a:cs typeface="Segoe UI"/>
              </a:rPr>
              <a:t>Причина</a:t>
            </a:r>
            <a:endParaRPr lang="ru-RU" dirty="0" sz="168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81800" y="2135734"/>
            <a:ext cx="5056022" cy="61379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  <a:t>у каждого правила записано, что однажды</a:t>
            </a:r>
            <a:b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  <a:t>вернуло презентацию на переделку</a:t>
            </a:r>
            <a:endParaRPr lang="ru-RU" dirty="0" sz="168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15840" y="2971952"/>
            <a:ext cx="6827520" cy="106969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15840" y="2971952"/>
            <a:ext cx="682752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5840" y="3206344"/>
            <a:ext cx="1822704" cy="30662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5141F"/>
                </a:solidFill>
                <a:latin typeface="Segoe UI"/>
                <a:cs typeface="Segoe UI"/>
              </a:rPr>
              <a:t>Пример</a:t>
            </a:r>
            <a:endParaRPr lang="ru-RU" dirty="0" sz="168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81800" y="3205429"/>
            <a:ext cx="5056022" cy="61371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  <a:t>«мелкие сноски не читаются», поэтому сносок</a:t>
            </a:r>
            <a:b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  <a:t>нет, а кегль от 20 px</a:t>
            </a:r>
            <a:endParaRPr lang="ru-RU" dirty="0" sz="168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15840" y="4041572"/>
            <a:ext cx="6827520" cy="771068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15840" y="4041572"/>
            <a:ext cx="682752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5840" y="4275963"/>
            <a:ext cx="1822704" cy="30662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5141F"/>
                </a:solidFill>
                <a:latin typeface="Segoe UI"/>
                <a:cs typeface="Segoe UI"/>
              </a:rPr>
              <a:t>Журнал опыта</a:t>
            </a:r>
            <a:endParaRPr lang="ru-RU" dirty="0" sz="168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81800" y="4275049"/>
            <a:ext cx="5056022" cy="31516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  <a:t>28 уроков с февраля по сентябрь 2026 года</a:t>
            </a:r>
            <a:endParaRPr lang="ru-RU" dirty="0" sz="168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15840" y="4812640"/>
            <a:ext cx="6827520" cy="108493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15840" y="4812640"/>
            <a:ext cx="682752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15840" y="5882335"/>
            <a:ext cx="682752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5840" y="5047031"/>
            <a:ext cx="1822704" cy="30662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5141F"/>
                </a:solidFill>
                <a:latin typeface="Segoe UI"/>
                <a:cs typeface="Segoe UI"/>
              </a:rPr>
              <a:t>Противоречия</a:t>
            </a:r>
            <a:endParaRPr lang="ru-RU" dirty="0" sz="168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81800" y="5046116"/>
            <a:ext cx="5056022" cy="61379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  <a:t>ранние правила сведены к одной</a:t>
            </a:r>
            <a:b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680">
                <a:solidFill>
                  <a:srgbClr val="3A3948"/>
                </a:solidFill>
                <a:latin typeface="Segoe UI"/>
                <a:cs typeface="Segoe UI"/>
              </a:rPr>
              <a:t>формулировке</a:t>
            </a:r>
            <a:endParaRPr lang="ru-RU" dirty="0" sz="168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570132" y="6537960"/>
            <a:ext cx="118948" cy="16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960">
                <a:solidFill>
                  <a:srgbClr val="A9A7B8"/>
                </a:solidFill>
                <a:latin typeface="Segoe UI Semibold"/>
                <a:cs typeface="Segoe UI Semibold"/>
              </a:rPr>
              <a:t>3</a:t>
            </a:r>
            <a:endParaRPr lang="ru-RU" dirty="0" sz="960">
              <a:solidFill>
                <a:srgbClr val="A9A7B8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74142"/>
            <a:ext cx="782269" cy="1935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080" b="1" cap="all" spc="96">
                <a:solidFill>
                  <a:srgbClr val="6B00FF"/>
                </a:solidFill>
                <a:latin typeface="Segoe UI"/>
                <a:cs typeface="Segoe UI"/>
              </a:rPr>
              <a:t>Процесс</a:t>
            </a:r>
            <a:endParaRPr lang="ru-RU" dirty="0" sz="108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pic>
        <p:nvPicPr>
          <p:cNvPr id="3" name="Picture 2" descr="island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50520"/>
            <a:ext cx="103632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20242"/>
            <a:ext cx="10936224" cy="3694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280" b="1" spc="-18">
                <a:solidFill>
                  <a:srgbClr val="1C14A8"/>
                </a:solidFill>
                <a:latin typeface="Segoe UI"/>
                <a:cs typeface="Segoe UI"/>
              </a:rPr>
              <a:t>Шесть шагов от брифа до сдачи</a:t>
            </a:r>
            <a:endParaRPr lang="ru-RU" dirty="0" sz="2280" b="1" spc="-18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814822"/>
            <a:ext cx="10460736" cy="31394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00" b="1">
                <a:solidFill>
                  <a:srgbClr val="15141F"/>
                </a:solidFill>
                <a:latin typeface="Segoe UI"/>
                <a:cs typeface="Segoe UI"/>
              </a:rPr>
              <a:t>Автор отвечает на вопросы и смотрит план, остальное навык делает сам</a:t>
            </a:r>
            <a:endParaRPr lang="ru-RU" dirty="0" sz="180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2128266"/>
            <a:ext cx="5379720" cy="91440"/>
          </a:xfrm>
          <a:custGeom>
            <a:avLst/>
            <a:gdLst/>
            <a:ahLst/>
            <a:cxnLst/>
            <a:rect l="0" t="0" r="r" b="b"/>
            <a:pathLst>
              <a:path w="5379720" h="91440" fill="none">
                <a:moveTo>
                  <a:pt x="0" y="91440"/>
                </a:moveTo>
                <a:lnTo>
                  <a:pt x="0" y="0"/>
                </a:lnTo>
                <a:lnTo>
                  <a:pt x="5379720" y="0"/>
                </a:lnTo>
                <a:lnTo>
                  <a:pt x="5379720" y="91440"/>
                </a:lnTo>
              </a:path>
            </a:pathLst>
          </a:custGeom>
          <a:noFill/>
          <a:ln w="18288">
            <a:solidFill>
              <a:srgbClr val="1C1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2128266"/>
            <a:ext cx="5379720" cy="91440"/>
          </a:xfrm>
          <a:custGeom>
            <a:avLst/>
            <a:gdLst/>
            <a:ahLst/>
            <a:cxnLst/>
            <a:rect l="0" t="0" r="r" b="b"/>
            <a:pathLst>
              <a:path w="5379720" h="91440" fill="none">
                <a:moveTo>
                  <a:pt x="0" y="91440"/>
                </a:moveTo>
                <a:lnTo>
                  <a:pt x="0" y="0"/>
                </a:lnTo>
                <a:lnTo>
                  <a:pt x="5379720" y="0"/>
                </a:lnTo>
                <a:lnTo>
                  <a:pt x="5379720" y="91440"/>
                </a:lnTo>
              </a:path>
            </a:pathLst>
          </a:custGeom>
          <a:noFill/>
          <a:ln w="18288">
            <a:solidFill>
              <a:srgbClr val="1C1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48840" y="3880866"/>
            <a:ext cx="167640" cy="3810"/>
          </a:xfrm>
          <a:custGeom>
            <a:avLst/>
            <a:gdLst/>
            <a:ahLst/>
            <a:cxnLst/>
            <a:rect l="0" t="0" r="r" b="b"/>
            <a:pathLst>
              <a:path w="167640" h="3810" fill="none">
                <a:moveTo>
                  <a:pt x="0" y="0"/>
                </a:moveTo>
                <a:lnTo>
                  <a:pt x="167640" y="0"/>
                </a:lnTo>
              </a:path>
            </a:pathLst>
          </a:custGeom>
          <a:noFill/>
          <a:ln w="22860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16480" y="3819906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3840" y="3880866"/>
            <a:ext cx="167640" cy="3810"/>
          </a:xfrm>
          <a:custGeom>
            <a:avLst/>
            <a:gdLst/>
            <a:ahLst/>
            <a:cxnLst/>
            <a:rect l="0" t="0" r="r" b="b"/>
            <a:pathLst>
              <a:path w="167640" h="3810" fill="none">
                <a:moveTo>
                  <a:pt x="0" y="0"/>
                </a:moveTo>
                <a:lnTo>
                  <a:pt x="167640" y="0"/>
                </a:lnTo>
              </a:path>
            </a:pathLst>
          </a:custGeom>
          <a:noFill/>
          <a:ln w="22860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1480" y="3819906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58840" y="3880866"/>
            <a:ext cx="167640" cy="3810"/>
          </a:xfrm>
          <a:custGeom>
            <a:avLst/>
            <a:gdLst/>
            <a:ahLst/>
            <a:cxnLst/>
            <a:rect l="0" t="0" r="r" b="b"/>
            <a:pathLst>
              <a:path w="167640" h="3810" fill="none">
                <a:moveTo>
                  <a:pt x="0" y="0"/>
                </a:moveTo>
                <a:lnTo>
                  <a:pt x="167640" y="0"/>
                </a:lnTo>
              </a:path>
            </a:pathLst>
          </a:custGeom>
          <a:noFill/>
          <a:ln w="22860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3819906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3880866"/>
            <a:ext cx="167640" cy="3810"/>
          </a:xfrm>
          <a:custGeom>
            <a:avLst/>
            <a:gdLst/>
            <a:ahLst/>
            <a:cxnLst/>
            <a:rect l="0" t="0" r="r" b="b"/>
            <a:pathLst>
              <a:path w="167640" h="3810" fill="none">
                <a:moveTo>
                  <a:pt x="0" y="0"/>
                </a:moveTo>
                <a:lnTo>
                  <a:pt x="167640" y="0"/>
                </a:lnTo>
              </a:path>
            </a:pathLst>
          </a:custGeom>
          <a:noFill/>
          <a:ln w="22860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1480" y="3819906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8840" y="3880866"/>
            <a:ext cx="167640" cy="3810"/>
          </a:xfrm>
          <a:custGeom>
            <a:avLst/>
            <a:gdLst/>
            <a:ahLst/>
            <a:cxnLst/>
            <a:rect l="0" t="0" r="r" b="b"/>
            <a:pathLst>
              <a:path w="167640" h="3810" fill="none">
                <a:moveTo>
                  <a:pt x="0" y="0"/>
                </a:moveTo>
                <a:lnTo>
                  <a:pt x="167640" y="0"/>
                </a:lnTo>
              </a:path>
            </a:pathLst>
          </a:custGeom>
          <a:noFill/>
          <a:ln w="22860">
            <a:solidFill>
              <a:srgbClr val="1C1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36480" y="3819906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046" y="1677772"/>
            <a:ext cx="5594909" cy="29809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C14A8"/>
                </a:solidFill>
                <a:latin typeface="Segoe UI"/>
                <a:cs typeface="Segoe UI"/>
              </a:rPr>
              <a:t>Сначала смысл</a:t>
            </a:r>
            <a:endParaRPr lang="ru-RU" dirty="0" sz="1680" b="1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56046" y="1677772"/>
            <a:ext cx="5594909" cy="29809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1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C14A8"/>
                </a:solidFill>
                <a:latin typeface="Segoe UI"/>
                <a:cs typeface="Segoe UI"/>
              </a:rPr>
              <a:t>Затем исполнение</a:t>
            </a:r>
            <a:endParaRPr lang="ru-RU" dirty="0" sz="1680" b="1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56260" y="2501646"/>
            <a:ext cx="1554480" cy="2758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0620" y="2905506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365760" h="365760" fill="none">
                <a:moveTo>
                  <a:pt x="365760" y="243840"/>
                </a:moveTo>
                <a:cubicBezTo>
                  <a:pt x="365760" y="266243"/>
                  <a:pt x="347548" y="284455"/>
                  <a:pt x="325145" y="284455"/>
                </a:cubicBezTo>
                <a:lnTo>
                  <a:pt x="81305" y="284455"/>
                </a:lnTo>
                <a:lnTo>
                  <a:pt x="0" y="365760"/>
                </a:lnTo>
                <a:lnTo>
                  <a:pt x="0" y="40615"/>
                </a:lnTo>
                <a:cubicBezTo>
                  <a:pt x="0" y="18136"/>
                  <a:pt x="18212" y="0"/>
                  <a:pt x="40615" y="0"/>
                </a:cubicBezTo>
                <a:lnTo>
                  <a:pt x="325145" y="0"/>
                </a:lnTo>
                <a:cubicBezTo>
                  <a:pt x="347548" y="0"/>
                  <a:pt x="365760" y="18136"/>
                  <a:pt x="365760" y="40615"/>
                </a:cubicBezTo>
                <a:close/>
              </a:path>
            </a:pathLst>
          </a:custGeom>
          <a:noFill/>
          <a:ln w="34519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892" y="3455594"/>
            <a:ext cx="1347216" cy="51290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  <a:t>Бриф</a:t>
            </a:r>
            <a:b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</a:br>
            <a: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  <a:t>и айдентика</a:t>
            </a:r>
            <a:endParaRPr lang="ru-RU" dirty="0" sz="162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9892" y="4064660"/>
            <a:ext cx="1347216" cy="45316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адресат,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решение, бренд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461260" y="2501646"/>
            <a:ext cx="1554480" cy="2758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75965" y="2966466"/>
            <a:ext cx="325069" cy="243840"/>
          </a:xfrm>
          <a:custGeom>
            <a:avLst/>
            <a:gdLst/>
            <a:ahLst/>
            <a:cxnLst/>
            <a:rect l="0" t="0" r="r" b="b"/>
            <a:pathLst>
              <a:path w="325069" h="243840" fill="none">
                <a:moveTo>
                  <a:pt x="0" y="0"/>
                </a:moveTo>
                <a:lnTo>
                  <a:pt x="325069" y="0"/>
                </a:lnTo>
                <a:moveTo>
                  <a:pt x="0" y="121920"/>
                </a:moveTo>
                <a:lnTo>
                  <a:pt x="325069" y="121920"/>
                </a:lnTo>
                <a:moveTo>
                  <a:pt x="0" y="243840"/>
                </a:moveTo>
                <a:lnTo>
                  <a:pt x="203149" y="243840"/>
                </a:lnTo>
              </a:path>
            </a:pathLst>
          </a:custGeom>
          <a:noFill/>
          <a:ln w="34519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69540" y="3578885"/>
            <a:ext cx="737845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  <a:t>Сюжет</a:t>
            </a:r>
            <a:endParaRPr lang="ru-RU" dirty="0" sz="162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64892" y="4064660"/>
            <a:ext cx="1347216" cy="671017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строка плана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на каждый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слайд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366260" y="2501646"/>
            <a:ext cx="1554480" cy="2758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60620" y="2905506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365760" h="365760" fill="none">
                <a:moveTo>
                  <a:pt x="0" y="0"/>
                </a:moveTo>
                <a:lnTo>
                  <a:pt x="0" y="365760"/>
                </a:lnTo>
                <a:lnTo>
                  <a:pt x="365760" y="365760"/>
                </a:lnTo>
              </a:path>
            </a:pathLst>
          </a:custGeom>
          <a:noFill/>
          <a:ln w="34519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41925" y="2966466"/>
            <a:ext cx="243840" cy="182880"/>
          </a:xfrm>
          <a:custGeom>
            <a:avLst/>
            <a:gdLst/>
            <a:ahLst/>
            <a:cxnLst/>
            <a:rect l="0" t="0" r="r" b="b"/>
            <a:pathLst>
              <a:path w="243840" h="182880" fill="none">
                <a:moveTo>
                  <a:pt x="0" y="182880"/>
                </a:moveTo>
                <a:lnTo>
                  <a:pt x="81229" y="81229"/>
                </a:lnTo>
                <a:lnTo>
                  <a:pt x="142189" y="142189"/>
                </a:lnTo>
                <a:lnTo>
                  <a:pt x="243840" y="0"/>
                </a:lnTo>
              </a:path>
            </a:pathLst>
          </a:custGeom>
          <a:noFill/>
          <a:ln w="34519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9892" y="3455594"/>
            <a:ext cx="1347216" cy="51290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  <a:t>Форма</a:t>
            </a:r>
            <a:b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</a:br>
            <a: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  <a:t>подачи</a:t>
            </a:r>
            <a:endParaRPr lang="ru-RU" dirty="0" sz="162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469892" y="4064660"/>
            <a:ext cx="1347216" cy="671017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график, схема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или крупное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число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71260" y="2501646"/>
            <a:ext cx="1554480" cy="2758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65620" y="2905506"/>
            <a:ext cx="365760" cy="203149"/>
          </a:xfrm>
          <a:custGeom>
            <a:avLst/>
            <a:gdLst/>
            <a:ahLst/>
            <a:cxnLst/>
            <a:rect l="0" t="0" r="r" b="b"/>
            <a:pathLst>
              <a:path w="365760" h="203149" fill="none">
                <a:moveTo>
                  <a:pt x="365760" y="101575"/>
                </a:moveTo>
                <a:lnTo>
                  <a:pt x="182880" y="0"/>
                </a:lnTo>
                <a:lnTo>
                  <a:pt x="0" y="101575"/>
                </a:lnTo>
                <a:lnTo>
                  <a:pt x="182880" y="203149"/>
                </a:lnTo>
                <a:close/>
              </a:path>
            </a:pathLst>
          </a:custGeom>
          <a:noFill/>
          <a:ln w="34519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65620" y="3007081"/>
            <a:ext cx="365760" cy="264185"/>
          </a:xfrm>
          <a:custGeom>
            <a:avLst/>
            <a:gdLst/>
            <a:ahLst/>
            <a:cxnLst/>
            <a:rect l="0" t="0" r="r" b="b"/>
            <a:pathLst>
              <a:path w="365760" h="264185" fill="none">
                <a:moveTo>
                  <a:pt x="0" y="0"/>
                </a:moveTo>
                <a:lnTo>
                  <a:pt x="0" y="162535"/>
                </a:lnTo>
                <a:lnTo>
                  <a:pt x="182880" y="264185"/>
                </a:lnTo>
                <a:lnTo>
                  <a:pt x="365760" y="162535"/>
                </a:lnTo>
                <a:lnTo>
                  <a:pt x="365760" y="0"/>
                </a:lnTo>
                <a:moveTo>
                  <a:pt x="182880" y="101575"/>
                </a:moveTo>
                <a:lnTo>
                  <a:pt x="182880" y="264185"/>
                </a:lnTo>
              </a:path>
            </a:pathLst>
          </a:custGeom>
          <a:noFill/>
          <a:ln w="34519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61404" y="3578885"/>
            <a:ext cx="774192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  <a:t>Сборка</a:t>
            </a:r>
            <a:endParaRPr lang="ru-RU" dirty="0" sz="162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74892" y="4064660"/>
            <a:ext cx="1347216" cy="45316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из готовых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компонентов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176260" y="2501646"/>
            <a:ext cx="1554480" cy="275844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90965" y="2885161"/>
            <a:ext cx="325069" cy="406375"/>
          </a:xfrm>
          <a:custGeom>
            <a:avLst/>
            <a:gdLst/>
            <a:ahLst/>
            <a:cxnLst/>
            <a:rect l="0" t="0" r="r" b="b"/>
            <a:pathLst>
              <a:path w="325069" h="406375" fill="none">
                <a:moveTo>
                  <a:pt x="203149" y="0"/>
                </a:moveTo>
                <a:lnTo>
                  <a:pt x="40615" y="0"/>
                </a:lnTo>
                <a:cubicBezTo>
                  <a:pt x="18136" y="0"/>
                  <a:pt x="0" y="18212"/>
                  <a:pt x="0" y="40615"/>
                </a:cubicBezTo>
                <a:lnTo>
                  <a:pt x="0" y="365760"/>
                </a:lnTo>
                <a:cubicBezTo>
                  <a:pt x="0" y="388239"/>
                  <a:pt x="18136" y="406375"/>
                  <a:pt x="40615" y="406375"/>
                </a:cubicBezTo>
                <a:lnTo>
                  <a:pt x="284455" y="406375"/>
                </a:lnTo>
                <a:cubicBezTo>
                  <a:pt x="306934" y="406375"/>
                  <a:pt x="325069" y="388239"/>
                  <a:pt x="325069" y="365760"/>
                </a:cubicBezTo>
                <a:lnTo>
                  <a:pt x="325069" y="121920"/>
                </a:lnTo>
                <a:close/>
              </a:path>
            </a:pathLst>
          </a:custGeom>
          <a:noFill/>
          <a:ln w="34519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72195" y="2885161"/>
            <a:ext cx="243840" cy="304800"/>
          </a:xfrm>
          <a:custGeom>
            <a:avLst/>
            <a:gdLst/>
            <a:ahLst/>
            <a:cxnLst/>
            <a:rect l="0" t="0" r="r" b="b"/>
            <a:pathLst>
              <a:path w="243840" h="304800" fill="none">
                <a:moveTo>
                  <a:pt x="121920" y="0"/>
                </a:moveTo>
                <a:lnTo>
                  <a:pt x="121920" y="121920"/>
                </a:lnTo>
                <a:lnTo>
                  <a:pt x="243840" y="121920"/>
                </a:lnTo>
                <a:moveTo>
                  <a:pt x="0" y="223495"/>
                </a:moveTo>
                <a:lnTo>
                  <a:pt x="162611" y="223495"/>
                </a:lnTo>
                <a:moveTo>
                  <a:pt x="0" y="304800"/>
                </a:moveTo>
                <a:lnTo>
                  <a:pt x="121920" y="304800"/>
                </a:lnTo>
              </a:path>
            </a:pathLst>
          </a:custGeom>
          <a:noFill/>
          <a:ln w="34519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5335" y="3578885"/>
            <a:ext cx="1196407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20" b="1">
                <a:solidFill>
                  <a:srgbClr val="15141F"/>
                </a:solidFill>
                <a:latin typeface="Segoe UI"/>
                <a:cs typeface="Segoe UI"/>
              </a:rPr>
              <a:t>PDF и PPTX</a:t>
            </a:r>
            <a:endParaRPr lang="ru-RU" dirty="0" sz="162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05492" y="4064660"/>
            <a:ext cx="1295863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из одного HTML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081260" y="2501646"/>
            <a:ext cx="1554480" cy="2758440"/>
          </a:xfrm>
          <a:prstGeom prst="rect">
            <a:avLst/>
          </a:prstGeom>
          <a:solidFill>
            <a:srgbClr val="1C14A8"/>
          </a:solidFill>
          <a:ln w="15240">
            <a:solidFill>
              <a:srgbClr val="1C1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55275" y="2946121"/>
            <a:ext cx="406451" cy="284455"/>
          </a:xfrm>
          <a:custGeom>
            <a:avLst/>
            <a:gdLst/>
            <a:ahLst/>
            <a:cxnLst/>
            <a:rect l="0" t="0" r="r" b="b"/>
            <a:pathLst>
              <a:path w="406451" h="284455" fill="none">
                <a:moveTo>
                  <a:pt x="0" y="142265"/>
                </a:moveTo>
                <a:cubicBezTo>
                  <a:pt x="0" y="142265"/>
                  <a:pt x="81305" y="0"/>
                  <a:pt x="203225" y="0"/>
                </a:cubicBezTo>
                <a:cubicBezTo>
                  <a:pt x="325145" y="0"/>
                  <a:pt x="406451" y="142265"/>
                  <a:pt x="406451" y="142265"/>
                </a:cubicBezTo>
                <a:cubicBezTo>
                  <a:pt x="406451" y="142265"/>
                  <a:pt x="325145" y="284455"/>
                  <a:pt x="203225" y="284455"/>
                </a:cubicBezTo>
                <a:cubicBezTo>
                  <a:pt x="81305" y="284455"/>
                  <a:pt x="0" y="142265"/>
                  <a:pt x="0" y="142265"/>
                </a:cubicBezTo>
                <a:close/>
              </a:path>
            </a:pathLst>
          </a:custGeom>
          <a:noFill/>
          <a:ln w="34519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97540" y="3027426"/>
            <a:ext cx="121920" cy="121920"/>
          </a:xfrm>
          <a:prstGeom prst="ellipse">
            <a:avLst/>
          </a:prstGeom>
          <a:noFill/>
          <a:ln w="34519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44150" y="3578885"/>
            <a:ext cx="1028548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20" b="1">
                <a:solidFill>
                  <a:srgbClr val="FFFFFF"/>
                </a:solidFill>
                <a:latin typeface="Segoe UI"/>
                <a:cs typeface="Segoe UI"/>
              </a:rPr>
              <a:t>Проверка</a:t>
            </a:r>
            <a:endParaRPr lang="ru-RU" dirty="0" sz="162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184892" y="4064660"/>
            <a:ext cx="1347216" cy="45316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  <a:t>автоматически</a:t>
            </a:r>
            <a:b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  <a:t>и глазами</a:t>
            </a:r>
            <a:endParaRPr lang="ru-RU" dirty="0" sz="1320">
              <a:solidFill>
                <a:srgbClr val="CEC8F5"/>
              </a:solidFill>
              <a:latin typeface="Segoe UI"/>
              <a:cs typeface="Segoe U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570132" y="6537960"/>
            <a:ext cx="118948" cy="16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960">
                <a:solidFill>
                  <a:srgbClr val="A9A7B8"/>
                </a:solidFill>
                <a:latin typeface="Segoe UI Semibold"/>
                <a:cs typeface="Segoe UI Semibold"/>
              </a:rPr>
              <a:t>4</a:t>
            </a:r>
            <a:endParaRPr lang="ru-RU" dirty="0" sz="960">
              <a:solidFill>
                <a:srgbClr val="A9A7B8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74142"/>
            <a:ext cx="1091565" cy="1935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080" b="1" cap="all" spc="96">
                <a:solidFill>
                  <a:srgbClr val="6B00FF"/>
                </a:solidFill>
                <a:latin typeface="Segoe UI"/>
                <a:cs typeface="Segoe UI"/>
              </a:rPr>
              <a:t>Библиотека</a:t>
            </a:r>
            <a:endParaRPr lang="ru-RU" dirty="0" sz="108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pic>
        <p:nvPicPr>
          <p:cNvPr id="3" name="Picture 2" descr="island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50520"/>
            <a:ext cx="103632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20242"/>
            <a:ext cx="10936224" cy="3694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280" b="1" spc="-18">
                <a:solidFill>
                  <a:srgbClr val="1C14A8"/>
                </a:solidFill>
                <a:latin typeface="Segoe UI"/>
                <a:cs typeface="Segoe UI"/>
              </a:rPr>
              <a:t>Готовые компоненты вместо пустого листа</a:t>
            </a:r>
            <a:endParaRPr lang="ru-RU" dirty="0" sz="2280" b="1" spc="-18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60907"/>
            <a:ext cx="10302240" cy="30662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>
                <a:solidFill>
                  <a:srgbClr val="15141F"/>
                </a:solidFill>
                <a:latin typeface="Segoe UI"/>
                <a:cs typeface="Segoe UI"/>
              </a:rPr>
              <a:t>Навык собирает слайд из отработанных деталей, а не рисует каждый раз заново</a:t>
            </a:r>
            <a:endParaRPr lang="ru-RU" dirty="0" sz="1680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3410" y="3134792"/>
            <a:ext cx="151105" cy="151105"/>
          </a:xfrm>
          <a:prstGeom prst="roundRect">
            <a:avLst>
              <a:gd name="adj" fmla="val 21000"/>
            </a:avLst>
          </a:pr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925" y="3134792"/>
            <a:ext cx="151105" cy="151105"/>
          </a:xfrm>
          <a:prstGeom prst="roundRect">
            <a:avLst>
              <a:gd name="adj" fmla="val 21000"/>
            </a:avLst>
          </a:pr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3410" y="3372307"/>
            <a:ext cx="151105" cy="151105"/>
          </a:xfrm>
          <a:prstGeom prst="roundRect">
            <a:avLst>
              <a:gd name="adj" fmla="val 21000"/>
            </a:avLst>
          </a:pr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925" y="3372307"/>
            <a:ext cx="151105" cy="151105"/>
          </a:xfrm>
          <a:prstGeom prst="roundRect">
            <a:avLst>
              <a:gd name="adj" fmla="val 21000"/>
            </a:avLst>
          </a:pr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841166"/>
            <a:ext cx="2118141" cy="79857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5760" b="1" spc="-90">
                <a:solidFill>
                  <a:srgbClr val="1C14A8"/>
                </a:solidFill>
                <a:latin typeface="Segoe UI"/>
                <a:cs typeface="Segoe UI"/>
              </a:rPr>
              <a:t>45</a:t>
            </a:r>
            <a:endParaRPr lang="ru-RU" dirty="0" sz="5760" b="1" spc="-90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601337"/>
            <a:ext cx="2118141" cy="5321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  <a:t>строгих линейных</a:t>
            </a:r>
            <a:b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  <a:t>иконок</a:t>
            </a:r>
            <a:endParaRPr lang="ru-RU" dirty="0" sz="156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20594" y="1686992"/>
            <a:ext cx="2722626" cy="4820488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0594" y="1686992"/>
            <a:ext cx="15240" cy="4820488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0194" y="3501847"/>
            <a:ext cx="194310" cy="3810"/>
          </a:xfrm>
          <a:custGeom>
            <a:avLst/>
            <a:gdLst/>
            <a:ahLst/>
            <a:cxnLst/>
            <a:rect l="0" t="0" r="r" b="b"/>
            <a:pathLst>
              <a:path w="194310" h="3810" fill="none">
                <a:moveTo>
                  <a:pt x="0" y="0"/>
                </a:moveTo>
                <a:lnTo>
                  <a:pt x="194310" y="0"/>
                </a:lnTo>
              </a:path>
            </a:pathLst>
          </a:cu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5884" y="3127705"/>
            <a:ext cx="374142" cy="374142"/>
          </a:xfrm>
          <a:custGeom>
            <a:avLst/>
            <a:gdLst/>
            <a:ahLst/>
            <a:cxnLst/>
            <a:rect l="0" t="0" r="r" b="b"/>
            <a:pathLst>
              <a:path w="374142" h="374142" fill="none">
                <a:moveTo>
                  <a:pt x="291465" y="17907"/>
                </a:moveTo>
                <a:cubicBezTo>
                  <a:pt x="309372" y="0"/>
                  <a:pt x="338328" y="0"/>
                  <a:pt x="356235" y="17907"/>
                </a:cubicBezTo>
                <a:cubicBezTo>
                  <a:pt x="374142" y="35738"/>
                  <a:pt x="374142" y="64770"/>
                  <a:pt x="356235" y="82677"/>
                </a:cubicBezTo>
                <a:lnTo>
                  <a:pt x="86335" y="352501"/>
                </a:lnTo>
                <a:lnTo>
                  <a:pt x="0" y="374142"/>
                </a:lnTo>
                <a:lnTo>
                  <a:pt x="21565" y="287731"/>
                </a:lnTo>
                <a:close/>
              </a:path>
            </a:pathLst>
          </a:cu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71114" y="3841166"/>
            <a:ext cx="2118299" cy="79857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5760" b="1" spc="-90">
                <a:solidFill>
                  <a:srgbClr val="1C14A8"/>
                </a:solidFill>
                <a:latin typeface="Segoe UI"/>
                <a:cs typeface="Segoe UI"/>
              </a:rPr>
              <a:t>4</a:t>
            </a:r>
            <a:endParaRPr lang="ru-RU" dirty="0" sz="5760" b="1" spc="-90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71114" y="4601337"/>
            <a:ext cx="2118299" cy="5321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  <a:t>семейства шрифтов</a:t>
            </a:r>
            <a:b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  <a:t>встроены в файл</a:t>
            </a:r>
            <a:endParaRPr lang="ru-RU" dirty="0" sz="156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43220" y="1686992"/>
            <a:ext cx="2722626" cy="4820488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43220" y="1686992"/>
            <a:ext cx="15240" cy="4820488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074" y="3113227"/>
            <a:ext cx="345415" cy="431749"/>
          </a:xfrm>
          <a:custGeom>
            <a:avLst/>
            <a:gdLst/>
            <a:ahLst/>
            <a:cxnLst/>
            <a:rect l="0" t="0" r="r" b="b"/>
            <a:pathLst>
              <a:path w="345415" h="431749" fill="none">
                <a:moveTo>
                  <a:pt x="215875" y="0"/>
                </a:moveTo>
                <a:lnTo>
                  <a:pt x="43205" y="0"/>
                </a:lnTo>
                <a:cubicBezTo>
                  <a:pt x="19355" y="0"/>
                  <a:pt x="0" y="19279"/>
                  <a:pt x="0" y="43129"/>
                </a:cubicBezTo>
                <a:lnTo>
                  <a:pt x="0" y="388620"/>
                </a:lnTo>
                <a:cubicBezTo>
                  <a:pt x="0" y="412471"/>
                  <a:pt x="19355" y="431749"/>
                  <a:pt x="43205" y="431749"/>
                </a:cubicBezTo>
                <a:lnTo>
                  <a:pt x="302285" y="431749"/>
                </a:lnTo>
                <a:cubicBezTo>
                  <a:pt x="326136" y="431749"/>
                  <a:pt x="345415" y="412471"/>
                  <a:pt x="345415" y="388620"/>
                </a:cubicBezTo>
                <a:lnTo>
                  <a:pt x="345415" y="129540"/>
                </a:lnTo>
                <a:close/>
              </a:path>
            </a:pathLst>
          </a:cu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6409" y="3113227"/>
            <a:ext cx="259080" cy="323850"/>
          </a:xfrm>
          <a:custGeom>
            <a:avLst/>
            <a:gdLst/>
            <a:ahLst/>
            <a:cxnLst/>
            <a:rect l="0" t="0" r="r" b="b"/>
            <a:pathLst>
              <a:path w="259080" h="323850" fill="none">
                <a:moveTo>
                  <a:pt x="129540" y="0"/>
                </a:moveTo>
                <a:lnTo>
                  <a:pt x="129540" y="129540"/>
                </a:lnTo>
                <a:lnTo>
                  <a:pt x="259080" y="129540"/>
                </a:lnTo>
                <a:moveTo>
                  <a:pt x="0" y="237439"/>
                </a:moveTo>
                <a:lnTo>
                  <a:pt x="172745" y="237439"/>
                </a:lnTo>
                <a:moveTo>
                  <a:pt x="0" y="323850"/>
                </a:moveTo>
                <a:lnTo>
                  <a:pt x="129540" y="323850"/>
                </a:lnTo>
              </a:path>
            </a:pathLst>
          </a:cu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3740" y="3841166"/>
            <a:ext cx="2118299" cy="79857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5760" b="1" spc="-90">
                <a:solidFill>
                  <a:srgbClr val="1C14A8"/>
                </a:solidFill>
                <a:latin typeface="Segoe UI"/>
                <a:cs typeface="Segoe UI"/>
              </a:rPr>
              <a:t>2</a:t>
            </a:r>
            <a:endParaRPr lang="ru-RU" dirty="0" sz="5760" b="1" spc="-90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93740" y="4601337"/>
            <a:ext cx="2118299" cy="5321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  <a:t>формата из одного</a:t>
            </a:r>
            <a:b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560">
                <a:solidFill>
                  <a:srgbClr val="3A3948"/>
                </a:solidFill>
                <a:latin typeface="Segoe UI"/>
                <a:cs typeface="Segoe UI"/>
              </a:rPr>
              <a:t>HTML: PDF и PPTX</a:t>
            </a:r>
            <a:endParaRPr lang="ru-RU" dirty="0" sz="156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365846" y="1686992"/>
            <a:ext cx="3277591" cy="4820488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96376" y="3073832"/>
            <a:ext cx="388620" cy="215875"/>
          </a:xfrm>
          <a:custGeom>
            <a:avLst/>
            <a:gdLst/>
            <a:ahLst/>
            <a:cxnLst/>
            <a:rect l="0" t="0" r="r" b="b"/>
            <a:pathLst>
              <a:path w="388620" h="215875" fill="none">
                <a:moveTo>
                  <a:pt x="388620" y="107975"/>
                </a:moveTo>
                <a:lnTo>
                  <a:pt x="194310" y="0"/>
                </a:lnTo>
                <a:lnTo>
                  <a:pt x="0" y="107975"/>
                </a:lnTo>
                <a:lnTo>
                  <a:pt x="194310" y="215875"/>
                </a:lnTo>
                <a:close/>
              </a:path>
            </a:pathLst>
          </a:custGeom>
          <a:noFill/>
          <a:ln w="32385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96376" y="3181807"/>
            <a:ext cx="388620" cy="280645"/>
          </a:xfrm>
          <a:custGeom>
            <a:avLst/>
            <a:gdLst/>
            <a:ahLst/>
            <a:cxnLst/>
            <a:rect l="0" t="0" r="r" b="b"/>
            <a:pathLst>
              <a:path w="388620" h="280645" fill="none">
                <a:moveTo>
                  <a:pt x="0" y="0"/>
                </a:moveTo>
                <a:lnTo>
                  <a:pt x="0" y="172669"/>
                </a:lnTo>
                <a:lnTo>
                  <a:pt x="194310" y="280645"/>
                </a:lnTo>
                <a:lnTo>
                  <a:pt x="388620" y="172669"/>
                </a:lnTo>
                <a:lnTo>
                  <a:pt x="388620" y="0"/>
                </a:lnTo>
                <a:moveTo>
                  <a:pt x="194310" y="107899"/>
                </a:moveTo>
                <a:lnTo>
                  <a:pt x="194310" y="280645"/>
                </a:lnTo>
              </a:path>
            </a:pathLst>
          </a:custGeom>
          <a:noFill/>
          <a:ln w="32385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1606" y="3789350"/>
            <a:ext cx="2647913" cy="934212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6720" b="1" spc="-90">
                <a:solidFill>
                  <a:srgbClr val="FFFFFF"/>
                </a:solidFill>
                <a:latin typeface="Segoe UI"/>
                <a:cs typeface="Segoe UI"/>
              </a:rPr>
              <a:t>61</a:t>
            </a:r>
            <a:endParaRPr lang="ru-RU" dirty="0" sz="6720" b="1" spc="-9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31606" y="4662297"/>
            <a:ext cx="2647913" cy="5321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560">
                <a:solidFill>
                  <a:srgbClr val="CEC8F5"/>
                </a:solidFill>
                <a:latin typeface="Segoe UI"/>
                <a:cs typeface="Segoe UI"/>
              </a:rPr>
              <a:t>компонент слайда: схемы,</a:t>
            </a:r>
            <a:br>
              <a:rPr lang="ru-RU" dirty="0" sz="1560">
                <a:solidFill>
                  <a:srgbClr val="CEC8F5"/>
                </a:solidFill>
                <a:latin typeface="Segoe UI"/>
                <a:cs typeface="Segoe UI"/>
              </a:rPr>
            </a:br>
            <a:r>
              <a:rPr lang="ru-RU" dirty="0" sz="1560">
                <a:solidFill>
                  <a:srgbClr val="CEC8F5"/>
                </a:solidFill>
                <a:latin typeface="Segoe UI"/>
                <a:cs typeface="Segoe UI"/>
              </a:rPr>
              <a:t>графики, обложки, Гант</a:t>
            </a:r>
            <a:endParaRPr lang="ru-RU" dirty="0" sz="1560">
              <a:solidFill>
                <a:srgbClr val="CEC8F5"/>
              </a:solidFill>
              <a:latin typeface="Segoe UI"/>
              <a:cs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570132" y="6537960"/>
            <a:ext cx="118948" cy="16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960">
                <a:solidFill>
                  <a:srgbClr val="A9A7B8"/>
                </a:solidFill>
                <a:latin typeface="Segoe UI Semibold"/>
                <a:cs typeface="Segoe UI Semibold"/>
              </a:rPr>
              <a:t>5</a:t>
            </a:r>
            <a:endParaRPr lang="ru-RU" dirty="0" sz="960">
              <a:solidFill>
                <a:srgbClr val="A9A7B8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74142"/>
            <a:ext cx="857402" cy="1935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080" b="1" cap="all" spc="96">
                <a:solidFill>
                  <a:srgbClr val="6B00FF"/>
                </a:solidFill>
                <a:latin typeface="Segoe UI"/>
                <a:cs typeface="Segoe UI"/>
              </a:rPr>
              <a:t>Качество</a:t>
            </a:r>
            <a:endParaRPr lang="ru-RU" dirty="0" sz="108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pic>
        <p:nvPicPr>
          <p:cNvPr id="3" name="Picture 2" descr="island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50520"/>
            <a:ext cx="103632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20242"/>
            <a:ext cx="10936224" cy="3694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280" b="1" spc="-18">
                <a:solidFill>
                  <a:srgbClr val="1C14A8"/>
                </a:solidFill>
                <a:latin typeface="Segoe UI"/>
                <a:cs typeface="Segoe UI"/>
              </a:rPr>
              <a:t>Каждый слайд проверяется дважды</a:t>
            </a:r>
            <a:endParaRPr lang="ru-RU" dirty="0" sz="2280" b="1" spc="-18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30452"/>
            <a:ext cx="6910426" cy="2255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200" b="1" cap="all" spc="96">
                <a:solidFill>
                  <a:srgbClr val="6B00FF"/>
                </a:solidFill>
                <a:latin typeface="Segoe UI"/>
                <a:cs typeface="Segoe UI"/>
              </a:rPr>
              <a:t>Сначала автоматически</a:t>
            </a:r>
            <a:endParaRPr lang="ru-RU" dirty="0" sz="120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677924"/>
            <a:ext cx="6910426" cy="304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00" b="1">
                <a:solidFill>
                  <a:srgbClr val="15141F"/>
                </a:solidFill>
                <a:latin typeface="Segoe UI"/>
                <a:cs typeface="Segoe UI"/>
              </a:rPr>
              <a:t>Ошибка останавливает сдачу</a:t>
            </a:r>
            <a:endParaRPr lang="ru-RU" dirty="0" sz="180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146554"/>
            <a:ext cx="6644640" cy="57599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46554"/>
            <a:ext cx="664464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07184"/>
            <a:ext cx="1505712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 b="1">
                <a:solidFill>
                  <a:srgbClr val="15141F"/>
                </a:solidFill>
                <a:latin typeface="Segoe UI"/>
                <a:cs typeface="Segoe UI"/>
              </a:rPr>
              <a:t>Кегль</a:t>
            </a:r>
            <a:endParaRPr lang="ru-RU" dirty="0" sz="144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09800" y="2299868"/>
            <a:ext cx="5182819" cy="2734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3A3948"/>
                </a:solidFill>
                <a:latin typeface="Segoe UI"/>
                <a:cs typeface="Segoe UI"/>
              </a:rPr>
              <a:t>меньше 20 px в теле слайда</a:t>
            </a:r>
            <a:endParaRPr lang="ru-RU" dirty="0" sz="144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722626"/>
            <a:ext cx="6644640" cy="57599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722626"/>
            <a:ext cx="664464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3256"/>
            <a:ext cx="1505712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 b="1">
                <a:solidFill>
                  <a:srgbClr val="15141F"/>
                </a:solidFill>
                <a:latin typeface="Segoe UI"/>
                <a:cs typeface="Segoe UI"/>
              </a:rPr>
              <a:t>Контраст</a:t>
            </a:r>
            <a:endParaRPr lang="ru-RU" dirty="0" sz="144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09800" y="2875940"/>
            <a:ext cx="5182819" cy="2734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3A3948"/>
                </a:solidFill>
                <a:latin typeface="Segoe UI"/>
                <a:cs typeface="Segoe UI"/>
              </a:rPr>
              <a:t>ниже 4,5 : 1 у мелкого текста и 3 : 1 у крупного</a:t>
            </a:r>
            <a:endParaRPr lang="ru-RU" dirty="0" sz="144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3298622"/>
            <a:ext cx="6644640" cy="57599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8622"/>
            <a:ext cx="664464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59251"/>
            <a:ext cx="1505712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 b="1">
                <a:solidFill>
                  <a:srgbClr val="15141F"/>
                </a:solidFill>
                <a:latin typeface="Segoe UI"/>
                <a:cs typeface="Segoe UI"/>
              </a:rPr>
              <a:t>Раскладка</a:t>
            </a:r>
            <a:endParaRPr lang="ru-RU" dirty="0" sz="144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09800" y="3451936"/>
            <a:ext cx="5182819" cy="2734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3A3948"/>
                </a:solidFill>
                <a:latin typeface="Segoe UI"/>
                <a:cs typeface="Segoe UI"/>
              </a:rPr>
              <a:t>вылеты за край и наложения подписей</a:t>
            </a:r>
            <a:endParaRPr lang="ru-RU" dirty="0" sz="144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74618"/>
            <a:ext cx="6644640" cy="57599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74618"/>
            <a:ext cx="664464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35247"/>
            <a:ext cx="1505712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 b="1">
                <a:solidFill>
                  <a:srgbClr val="15141F"/>
                </a:solidFill>
                <a:latin typeface="Segoe UI"/>
                <a:cs typeface="Segoe UI"/>
              </a:rPr>
              <a:t>Заголовок</a:t>
            </a:r>
            <a:endParaRPr lang="ru-RU" dirty="0" sz="144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09800" y="4027932"/>
            <a:ext cx="5182819" cy="2734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3A3948"/>
                </a:solidFill>
                <a:latin typeface="Segoe UI"/>
                <a:cs typeface="Segoe UI"/>
              </a:rPr>
              <a:t>в три строки и больше</a:t>
            </a:r>
            <a:endParaRPr lang="ru-RU" dirty="0" sz="144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450690"/>
            <a:ext cx="6644640" cy="59123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50690"/>
            <a:ext cx="664464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026685"/>
            <a:ext cx="664464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11319"/>
            <a:ext cx="1505712" cy="2660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 b="1">
                <a:solidFill>
                  <a:srgbClr val="15141F"/>
                </a:solidFill>
                <a:latin typeface="Segoe UI"/>
                <a:cs typeface="Segoe UI"/>
              </a:rPr>
              <a:t>Знаки</a:t>
            </a:r>
            <a:endParaRPr lang="ru-RU" dirty="0" sz="144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09800" y="4604004"/>
            <a:ext cx="5182819" cy="2734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3A3948"/>
                </a:solidFill>
                <a:latin typeface="Segoe UI"/>
                <a:cs typeface="Segoe UI"/>
              </a:rPr>
              <a:t>восклицательный знак, сноска, «Источник:»</a:t>
            </a:r>
            <a:endParaRPr lang="ru-RU" dirty="0" sz="144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203774"/>
            <a:ext cx="6910426" cy="24201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Отдельно навык предупреждает о перегрузе и пустых полосах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680960" y="1335024"/>
            <a:ext cx="3962400" cy="4619168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6240" y="1604772"/>
            <a:ext cx="3423514" cy="2255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200" b="1" cap="all" spc="96">
                <a:solidFill>
                  <a:srgbClr val="B5A3F5"/>
                </a:solidFill>
                <a:latin typeface="Segoe UI"/>
                <a:cs typeface="Segoe UI"/>
              </a:rPr>
              <a:t>Затем глазами</a:t>
            </a:r>
            <a:endParaRPr lang="ru-RU" dirty="0" sz="1200" b="1" cap="all" spc="96">
              <a:solidFill>
                <a:srgbClr val="B5A3F5"/>
              </a:solidFill>
              <a:latin typeface="Segoe UI"/>
              <a:cs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16240" y="1952244"/>
            <a:ext cx="3423514" cy="304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00" b="1">
                <a:solidFill>
                  <a:srgbClr val="FFFFFF"/>
                </a:solidFill>
                <a:latin typeface="Segoe UI"/>
                <a:cs typeface="Segoe UI"/>
              </a:rPr>
              <a:t>Листы кадров</a:t>
            </a:r>
            <a:endParaRPr lang="ru-RU" dirty="0" sz="18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16240" y="2420874"/>
            <a:ext cx="1554480" cy="85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7680" y="2512314"/>
            <a:ext cx="653034" cy="5334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76260" y="2996184"/>
            <a:ext cx="205740" cy="18669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19160" y="2916174"/>
            <a:ext cx="205740" cy="26670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2060" y="2809494"/>
            <a:ext cx="205740" cy="37338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04960" y="2649474"/>
            <a:ext cx="205740" cy="53340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53600" y="2420874"/>
            <a:ext cx="1554480" cy="85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45040" y="2512314"/>
            <a:ext cx="653034" cy="5334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45040" y="2649474"/>
            <a:ext cx="521208" cy="53340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75976" y="2710434"/>
            <a:ext cx="740664" cy="3810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75976" y="2887980"/>
            <a:ext cx="740664" cy="3810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5976" y="3066288"/>
            <a:ext cx="740664" cy="3810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16240" y="3426714"/>
            <a:ext cx="1554480" cy="85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07680" y="3518154"/>
            <a:ext cx="653034" cy="5334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7680" y="3772662"/>
            <a:ext cx="356616" cy="298704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15172" y="3772662"/>
            <a:ext cx="356616" cy="298704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22664" y="3772662"/>
            <a:ext cx="356616" cy="298704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53600" y="3426714"/>
            <a:ext cx="1554480" cy="85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45040" y="3518154"/>
            <a:ext cx="653034" cy="5334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45040" y="3685794"/>
            <a:ext cx="1371600" cy="101346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45040" y="3863340"/>
            <a:ext cx="960120" cy="101346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45040" y="4041648"/>
            <a:ext cx="617220" cy="101346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16240" y="4432554"/>
            <a:ext cx="1554480" cy="85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07680" y="4523994"/>
            <a:ext cx="653034" cy="5334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7680" y="4691634"/>
            <a:ext cx="329184" cy="3810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46592" y="4691634"/>
            <a:ext cx="274320" cy="3810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07680" y="4824984"/>
            <a:ext cx="329184" cy="3810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766048" y="4824984"/>
            <a:ext cx="274320" cy="3810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07680" y="4958334"/>
            <a:ext cx="329184" cy="3810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85504" y="4958334"/>
            <a:ext cx="274320" cy="3810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07680" y="5091684"/>
            <a:ext cx="329184" cy="3810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04960" y="5091684"/>
            <a:ext cx="274320" cy="3810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753600" y="4432554"/>
            <a:ext cx="1554480" cy="85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845040" y="4523994"/>
            <a:ext cx="653034" cy="5334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845040" y="4661154"/>
            <a:ext cx="548640" cy="16002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558272" y="4661154"/>
            <a:ext cx="548640" cy="16002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45040" y="4959858"/>
            <a:ext cx="548640" cy="16002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58272" y="4959858"/>
            <a:ext cx="548640" cy="160020"/>
          </a:xfrm>
          <a:prstGeom prst="rect">
            <a:avLst/>
          </a:prstGeom>
          <a:solidFill>
            <a:srgbClr val="B5A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16240" y="5447843"/>
            <a:ext cx="3423514" cy="24201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  <a:t>Каждый кадр смотрят и читают вслух</a:t>
            </a:r>
            <a:endParaRPr lang="ru-RU" dirty="0" sz="1320">
              <a:solidFill>
                <a:srgbClr val="CEC8F5"/>
              </a:solidFill>
              <a:latin typeface="Segoe UI"/>
              <a:cs typeface="Segoe U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48640" y="6166028"/>
            <a:ext cx="10460736" cy="31394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00" b="1">
                <a:solidFill>
                  <a:srgbClr val="15141F"/>
                </a:solidFill>
                <a:latin typeface="Segoe UI"/>
                <a:cs typeface="Segoe UI"/>
              </a:rPr>
              <a:t>Презентацию сдают, только когда пройдены обе проверки</a:t>
            </a:r>
            <a:endParaRPr lang="ru-RU" dirty="0" sz="180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1570132" y="6537960"/>
            <a:ext cx="118948" cy="16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960">
                <a:solidFill>
                  <a:srgbClr val="A9A7B8"/>
                </a:solidFill>
                <a:latin typeface="Segoe UI Semibold"/>
                <a:cs typeface="Segoe UI Semibold"/>
              </a:rPr>
              <a:t>6</a:t>
            </a:r>
            <a:endParaRPr lang="ru-RU" dirty="0" sz="960">
              <a:solidFill>
                <a:srgbClr val="A9A7B8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74142"/>
            <a:ext cx="590550" cy="1935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080" b="1" cap="all" spc="96">
                <a:solidFill>
                  <a:srgbClr val="6B00FF"/>
                </a:solidFill>
                <a:latin typeface="Segoe UI"/>
                <a:cs typeface="Segoe UI"/>
              </a:rPr>
              <a:t>Видео</a:t>
            </a:r>
            <a:endParaRPr lang="ru-RU" dirty="0" sz="108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pic>
        <p:nvPicPr>
          <p:cNvPr id="3" name="Picture 2" descr="island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50520"/>
            <a:ext cx="103632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20242"/>
            <a:ext cx="10936224" cy="3694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280" b="1" spc="-18">
                <a:solidFill>
                  <a:srgbClr val="1C14A8"/>
                </a:solidFill>
                <a:latin typeface="Segoe UI"/>
                <a:cs typeface="Segoe UI"/>
              </a:rPr>
              <a:t>Тот же материал оживает в ролике</a:t>
            </a:r>
            <a:endParaRPr lang="ru-RU" dirty="0" sz="2280" b="1" spc="-18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60907"/>
            <a:ext cx="10302240" cy="30662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>
                <a:solidFill>
                  <a:srgbClr val="15141F"/>
                </a:solidFill>
                <a:latin typeface="Segoe UI"/>
                <a:cs typeface="Segoe UI"/>
              </a:rPr>
              <a:t>Навык видео собирает ролик из тех же слайдов и в том же фирменном стиле</a:t>
            </a:r>
            <a:endParaRPr lang="ru-RU" dirty="0" sz="1680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640" y="4900346"/>
            <a:ext cx="2545080" cy="1136828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900346"/>
            <a:ext cx="254508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115230"/>
            <a:ext cx="2646883" cy="47091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360" b="1" spc="-90">
                <a:solidFill>
                  <a:srgbClr val="1C14A8"/>
                </a:solidFill>
                <a:latin typeface="Segoe UI"/>
                <a:cs typeface="Segoe UI"/>
              </a:rPr>
              <a:t>1920 × 1080</a:t>
            </a:r>
            <a:endParaRPr lang="ru-RU" dirty="0" sz="3360" b="1" spc="-90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5594680"/>
            <a:ext cx="2646883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3A3948"/>
                </a:solidFill>
                <a:latin typeface="Segoe UI"/>
                <a:cs typeface="Segoe UI"/>
              </a:rPr>
              <a:t>MP4, 30 кадров в секунду</a:t>
            </a:r>
            <a:endParaRPr lang="ru-RU" dirty="0" sz="132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98520" y="4900346"/>
            <a:ext cx="2545080" cy="1136828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8520" y="4900346"/>
            <a:ext cx="254508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8520" y="5115230"/>
            <a:ext cx="2646883" cy="47091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360" b="1" spc="-90">
                <a:solidFill>
                  <a:srgbClr val="1C14A8"/>
                </a:solidFill>
                <a:latin typeface="Segoe UI"/>
                <a:cs typeface="Segoe UI"/>
              </a:rPr>
              <a:t>−16 LUFS</a:t>
            </a:r>
            <a:endParaRPr lang="ru-RU" dirty="0" sz="3360" b="1" spc="-90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98520" y="5594680"/>
            <a:ext cx="2646883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3A3948"/>
                </a:solidFill>
                <a:latin typeface="Segoe UI"/>
                <a:cs typeface="Segoe UI"/>
              </a:rPr>
              <a:t>громкость звука</a:t>
            </a:r>
            <a:endParaRPr lang="ru-RU" dirty="0" sz="132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48400" y="4900346"/>
            <a:ext cx="2545080" cy="1136828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8400" y="4900346"/>
            <a:ext cx="254508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8400" y="5115230"/>
            <a:ext cx="2646883" cy="47091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360" b="1" spc="-90">
                <a:solidFill>
                  <a:srgbClr val="1C14A8"/>
                </a:solidFill>
                <a:latin typeface="Segoe UI"/>
                <a:cs typeface="Segoe UI"/>
              </a:rPr>
              <a:t>13</a:t>
            </a:r>
            <a:endParaRPr lang="ru-RU" dirty="0" sz="3360" b="1" spc="-90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48400" y="5594680"/>
            <a:ext cx="2646883" cy="45323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3A3948"/>
                </a:solidFill>
                <a:latin typeface="Segoe UI"/>
                <a:cs typeface="Segoe UI"/>
              </a:rPr>
              <a:t>синтезированных голосов</a:t>
            </a:r>
            <a:br>
              <a:rPr lang="ru-RU" dirty="0" sz="132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3A3948"/>
                </a:solidFill>
                <a:latin typeface="Segoe UI"/>
                <a:cs typeface="Segoe UI"/>
              </a:rPr>
              <a:t>сравнили</a:t>
            </a:r>
            <a:endParaRPr lang="ru-RU" dirty="0" sz="132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098280" y="4900346"/>
            <a:ext cx="2545080" cy="1136828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4900346"/>
            <a:ext cx="254508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5115230"/>
            <a:ext cx="2646883" cy="470916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360" b="1" spc="-90">
                <a:solidFill>
                  <a:srgbClr val="1C14A8"/>
                </a:solidFill>
                <a:latin typeface="Segoe UI"/>
                <a:cs typeface="Segoe UI"/>
              </a:rPr>
              <a:t>9 из 10</a:t>
            </a:r>
            <a:endParaRPr lang="ru-RU" dirty="0" sz="3360" b="1" spc="-90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98280" y="5594680"/>
            <a:ext cx="2646883" cy="45323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3A3948"/>
                </a:solidFill>
                <a:latin typeface="Segoe UI"/>
                <a:cs typeface="Segoe UI"/>
              </a:rPr>
              <a:t>порог оценки озвучки</a:t>
            </a:r>
            <a:br>
              <a:rPr lang="ru-RU" dirty="0" sz="1320">
                <a:solidFill>
                  <a:srgbClr val="3A3948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3A3948"/>
                </a:solidFill>
                <a:latin typeface="Segoe UI"/>
                <a:cs typeface="Segoe UI"/>
              </a:rPr>
              <a:t>моделью-слушателем</a:t>
            </a:r>
            <a:endParaRPr lang="ru-RU" dirty="0" sz="132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017520" y="3223946"/>
            <a:ext cx="279654" cy="3810"/>
          </a:xfrm>
          <a:custGeom>
            <a:avLst/>
            <a:gdLst/>
            <a:ahLst/>
            <a:cxnLst/>
            <a:rect l="0" t="0" r="r" b="b"/>
            <a:pathLst>
              <a:path w="279654" h="3810" fill="none">
                <a:moveTo>
                  <a:pt x="0" y="0"/>
                </a:moveTo>
                <a:lnTo>
                  <a:pt x="279654" y="0"/>
                </a:lnTo>
              </a:path>
            </a:pathLst>
          </a:custGeom>
          <a:noFill/>
          <a:ln w="22860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7174" y="3162986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03214" y="3223946"/>
            <a:ext cx="278892" cy="3810"/>
          </a:xfrm>
          <a:custGeom>
            <a:avLst/>
            <a:gdLst/>
            <a:ahLst/>
            <a:cxnLst/>
            <a:rect l="0" t="0" r="r" b="b"/>
            <a:pathLst>
              <a:path w="278892" h="3810" fill="none">
                <a:moveTo>
                  <a:pt x="0" y="0"/>
                </a:moveTo>
                <a:lnTo>
                  <a:pt x="278892" y="0"/>
                </a:lnTo>
              </a:path>
            </a:pathLst>
          </a:custGeom>
          <a:noFill/>
          <a:ln w="22860">
            <a:solidFill>
              <a:srgbClr val="8F8CA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2106" y="3162986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8F8C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88146" y="3223946"/>
            <a:ext cx="279654" cy="3810"/>
          </a:xfrm>
          <a:custGeom>
            <a:avLst/>
            <a:gdLst/>
            <a:ahLst/>
            <a:cxnLst/>
            <a:rect l="0" t="0" r="r" b="b"/>
            <a:pathLst>
              <a:path w="279654" h="3810" fill="none">
                <a:moveTo>
                  <a:pt x="0" y="0"/>
                </a:moveTo>
                <a:lnTo>
                  <a:pt x="279654" y="0"/>
                </a:lnTo>
              </a:path>
            </a:pathLst>
          </a:custGeom>
          <a:noFill/>
          <a:ln w="22860">
            <a:solidFill>
              <a:srgbClr val="1C1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67800" y="3162986"/>
            <a:ext cx="121920" cy="121920"/>
          </a:xfrm>
          <a:custGeom>
            <a:avLst/>
            <a:gdLst/>
            <a:ahLst/>
            <a:cxnLst/>
            <a:rect l="0" t="0" r="r" b="b"/>
            <a:pathLst>
              <a:path w="121920" h="121920">
                <a:moveTo>
                  <a:pt x="121920" y="60960"/>
                </a:moveTo>
                <a:lnTo>
                  <a:pt x="0" y="121920"/>
                </a:lnTo>
                <a:lnTo>
                  <a:pt x="0" y="0"/>
                </a:lnTo>
                <a:close/>
              </a:path>
            </a:pathLst>
          </a:cu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6260" y="2164766"/>
            <a:ext cx="2423160" cy="211836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77340" y="2484806"/>
            <a:ext cx="381000" cy="190500"/>
          </a:xfrm>
          <a:custGeom>
            <a:avLst/>
            <a:gdLst/>
            <a:ahLst/>
            <a:cxnLst/>
            <a:rect l="0" t="0" r="r" b="b"/>
            <a:pathLst>
              <a:path w="381000" h="190500" fill="none">
                <a:moveTo>
                  <a:pt x="190500" y="0"/>
                </a:moveTo>
                <a:lnTo>
                  <a:pt x="381000" y="95250"/>
                </a:lnTo>
                <a:lnTo>
                  <a:pt x="190500" y="190500"/>
                </a:lnTo>
                <a:lnTo>
                  <a:pt x="0" y="95250"/>
                </a:lnTo>
                <a:close/>
              </a:path>
            </a:pathLst>
          </a:cu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77340" y="2675306"/>
            <a:ext cx="381000" cy="190500"/>
          </a:xfrm>
          <a:custGeom>
            <a:avLst/>
            <a:gdLst/>
            <a:ahLst/>
            <a:cxnLst/>
            <a:rect l="0" t="0" r="r" b="b"/>
            <a:pathLst>
              <a:path w="381000" h="190500" fill="none">
                <a:moveTo>
                  <a:pt x="0" y="95250"/>
                </a:moveTo>
                <a:lnTo>
                  <a:pt x="190500" y="190500"/>
                </a:lnTo>
                <a:lnTo>
                  <a:pt x="381000" y="95250"/>
                </a:lnTo>
                <a:moveTo>
                  <a:pt x="0" y="0"/>
                </a:moveTo>
                <a:lnTo>
                  <a:pt x="190500" y="95250"/>
                </a:lnTo>
                <a:lnTo>
                  <a:pt x="381000" y="0"/>
                </a:lnTo>
              </a:path>
            </a:pathLst>
          </a:cu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537" y="3028340"/>
            <a:ext cx="1992453" cy="28102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5141F"/>
                </a:solidFill>
                <a:latin typeface="Segoe UI"/>
                <a:cs typeface="Segoe UI"/>
              </a:rPr>
              <a:t>Сцены из слайдов</a:t>
            </a:r>
            <a:endParaRPr lang="ru-RU" dirty="0" sz="168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2518" y="3400120"/>
            <a:ext cx="2250643" cy="45323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элементы слайдов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оживают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441649" y="2164766"/>
            <a:ext cx="2423160" cy="211836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1779" y="2503856"/>
            <a:ext cx="342900" cy="342900"/>
          </a:xfrm>
          <a:custGeom>
            <a:avLst/>
            <a:gdLst/>
            <a:ahLst/>
            <a:cxnLst/>
            <a:rect l="0" t="0" r="r" b="b"/>
            <a:pathLst>
              <a:path w="342900" h="342900" fill="none">
                <a:moveTo>
                  <a:pt x="342900" y="228600"/>
                </a:moveTo>
                <a:cubicBezTo>
                  <a:pt x="342900" y="249707"/>
                  <a:pt x="325831" y="266700"/>
                  <a:pt x="304800" y="266700"/>
                </a:cubicBezTo>
                <a:lnTo>
                  <a:pt x="76200" y="266700"/>
                </a:lnTo>
                <a:lnTo>
                  <a:pt x="0" y="342900"/>
                </a:lnTo>
                <a:lnTo>
                  <a:pt x="0" y="38100"/>
                </a:lnTo>
                <a:cubicBezTo>
                  <a:pt x="0" y="17069"/>
                  <a:pt x="16993" y="0"/>
                  <a:pt x="38100" y="0"/>
                </a:cubicBezTo>
                <a:lnTo>
                  <a:pt x="304800" y="0"/>
                </a:lnTo>
                <a:cubicBezTo>
                  <a:pt x="325831" y="0"/>
                  <a:pt x="342900" y="17069"/>
                  <a:pt x="342900" y="38100"/>
                </a:cubicBezTo>
                <a:close/>
              </a:path>
            </a:pathLst>
          </a:cu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79059" y="3028340"/>
            <a:ext cx="1548189" cy="28102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5141F"/>
                </a:solidFill>
                <a:latin typeface="Segoe UI"/>
                <a:cs typeface="Segoe UI"/>
              </a:rPr>
              <a:t>Голос диктора</a:t>
            </a:r>
            <a:endParaRPr lang="ru-RU" dirty="0" sz="168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527908" y="3400120"/>
            <a:ext cx="2250643" cy="45323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анимация привязана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к словам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27115" y="2164766"/>
            <a:ext cx="2423160" cy="2118360"/>
          </a:xfrm>
          <a:prstGeom prst="rect">
            <a:avLst/>
          </a:prstGeom>
          <a:solidFill>
            <a:srgbClr val="FFFFFF"/>
          </a:solidFill>
          <a:ln w="15240">
            <a:solidFill>
              <a:srgbClr val="B9B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48195" y="2503856"/>
            <a:ext cx="381000" cy="342900"/>
          </a:xfrm>
          <a:custGeom>
            <a:avLst/>
            <a:gdLst/>
            <a:ahLst/>
            <a:cxnLst/>
            <a:rect l="0" t="0" r="r" b="b"/>
            <a:pathLst>
              <a:path w="381000" h="342900" fill="none">
                <a:moveTo>
                  <a:pt x="381000" y="171450"/>
                </a:moveTo>
                <a:lnTo>
                  <a:pt x="304800" y="171450"/>
                </a:lnTo>
                <a:lnTo>
                  <a:pt x="247650" y="342900"/>
                </a:lnTo>
                <a:lnTo>
                  <a:pt x="133350" y="0"/>
                </a:lnTo>
                <a:lnTo>
                  <a:pt x="76200" y="171450"/>
                </a:lnTo>
                <a:lnTo>
                  <a:pt x="0" y="171450"/>
                </a:lnTo>
              </a:path>
            </a:pathLst>
          </a:custGeom>
          <a:noFill/>
          <a:ln w="32385" cap="rnd">
            <a:solidFill>
              <a:srgbClr val="1C14A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05802" y="3028340"/>
            <a:ext cx="865708" cy="28102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15141F"/>
                </a:solidFill>
                <a:latin typeface="Segoe UI"/>
                <a:cs typeface="Segoe UI"/>
              </a:rPr>
              <a:t>Музыка</a:t>
            </a:r>
            <a:endParaRPr lang="ru-RU" dirty="0" sz="168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13373" y="3400120"/>
            <a:ext cx="2250643" cy="45323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акценты на ключевых</a:t>
            </a:r>
            <a:b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цифрах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212580" y="2164766"/>
            <a:ext cx="2423160" cy="2118360"/>
          </a:xfrm>
          <a:prstGeom prst="rect">
            <a:avLst/>
          </a:prstGeom>
          <a:solidFill>
            <a:srgbClr val="1C14A8"/>
          </a:solidFill>
          <a:ln w="15240">
            <a:solidFill>
              <a:srgbClr val="1C14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52710" y="2732456"/>
            <a:ext cx="95250" cy="95250"/>
          </a:xfrm>
          <a:custGeom>
            <a:avLst/>
            <a:gdLst/>
            <a:ahLst/>
            <a:cxnLst/>
            <a:rect l="0" t="0" r="r" b="b"/>
            <a:pathLst>
              <a:path w="95250" h="95250" fill="none">
                <a:moveTo>
                  <a:pt x="38100" y="0"/>
                </a:moveTo>
                <a:cubicBezTo>
                  <a:pt x="9525" y="28575"/>
                  <a:pt x="0" y="95250"/>
                  <a:pt x="0" y="95250"/>
                </a:cubicBezTo>
                <a:cubicBezTo>
                  <a:pt x="0" y="95250"/>
                  <a:pt x="66675" y="85725"/>
                  <a:pt x="95250" y="57150"/>
                </a:cubicBezTo>
              </a:path>
            </a:pathLst>
          </a:custGeom>
          <a:noFill/>
          <a:ln w="32385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47960" y="2503856"/>
            <a:ext cx="228600" cy="228600"/>
          </a:xfrm>
          <a:custGeom>
            <a:avLst/>
            <a:gdLst/>
            <a:ahLst/>
            <a:cxnLst/>
            <a:rect l="0" t="0" r="r" b="b"/>
            <a:pathLst>
              <a:path w="228600" h="228600" fill="none">
                <a:moveTo>
                  <a:pt x="19050" y="152400"/>
                </a:moveTo>
                <a:cubicBezTo>
                  <a:pt x="54635" y="66218"/>
                  <a:pt x="135636" y="7315"/>
                  <a:pt x="228600" y="0"/>
                </a:cubicBezTo>
                <a:cubicBezTo>
                  <a:pt x="221285" y="92964"/>
                  <a:pt x="162382" y="173965"/>
                  <a:pt x="76200" y="209550"/>
                </a:cubicBezTo>
                <a:lnTo>
                  <a:pt x="19050" y="228600"/>
                </a:lnTo>
                <a:lnTo>
                  <a:pt x="0" y="209550"/>
                </a:lnTo>
                <a:close/>
              </a:path>
            </a:pathLst>
          </a:custGeom>
          <a:noFill/>
          <a:ln w="32385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52735" y="2589581"/>
            <a:ext cx="57150" cy="57150"/>
          </a:xfrm>
          <a:prstGeom prst="ellipse">
            <a:avLst/>
          </a:prstGeom>
          <a:noFill/>
          <a:ln w="32385" cap="rnd">
            <a:solidFill>
              <a:srgbClr val="FFFFFF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33991" y="3028340"/>
            <a:ext cx="1180262" cy="28102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 b="1">
                <a:solidFill>
                  <a:srgbClr val="FFFFFF"/>
                </a:solidFill>
                <a:latin typeface="Segoe UI"/>
                <a:cs typeface="Segoe UI"/>
              </a:rPr>
              <a:t>Ролик MP4</a:t>
            </a:r>
            <a:endParaRPr lang="ru-RU" dirty="0" sz="168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298838" y="3400120"/>
            <a:ext cx="2250643" cy="45323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  <a:t>обложка первым кадром</a:t>
            </a:r>
            <a:b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</a:br>
            <a: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  <a:t>для превью</a:t>
            </a:r>
            <a:endParaRPr lang="ru-RU" dirty="0" sz="1320">
              <a:solidFill>
                <a:srgbClr val="CEC8F5"/>
              </a:solidFill>
              <a:latin typeface="Segoe UI"/>
              <a:cs typeface="Segoe U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570132" y="6537960"/>
            <a:ext cx="118948" cy="16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960">
                <a:solidFill>
                  <a:srgbClr val="A9A7B8"/>
                </a:solidFill>
                <a:latin typeface="Segoe UI Semibold"/>
                <a:cs typeface="Segoe UI Semibold"/>
              </a:rPr>
              <a:t>7</a:t>
            </a:r>
            <a:endParaRPr lang="ru-RU" dirty="0" sz="960">
              <a:solidFill>
                <a:srgbClr val="A9A7B8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74142"/>
            <a:ext cx="1156335" cy="1935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080" b="1" cap="all" spc="96">
                <a:solidFill>
                  <a:srgbClr val="6B00FF"/>
                </a:solidFill>
                <a:latin typeface="Segoe UI"/>
                <a:cs typeface="Segoe UI"/>
              </a:rPr>
              <a:t>Оформление</a:t>
            </a:r>
            <a:endParaRPr lang="ru-RU" dirty="0" sz="108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pic>
        <p:nvPicPr>
          <p:cNvPr id="3" name="Picture 2" descr="island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50520"/>
            <a:ext cx="103632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20242"/>
            <a:ext cx="10936224" cy="3694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280" b="1" spc="-18">
                <a:solidFill>
                  <a:srgbClr val="1C14A8"/>
                </a:solidFill>
                <a:latin typeface="Segoe UI"/>
                <a:cs typeface="Segoe UI"/>
              </a:rPr>
              <a:t>Стиль подстраивается под ваш бренд</a:t>
            </a:r>
            <a:endParaRPr lang="ru-RU" dirty="0" sz="2280" b="1" spc="-18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60907"/>
            <a:ext cx="10302240" cy="30662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680">
                <a:solidFill>
                  <a:srgbClr val="15141F"/>
                </a:solidFill>
                <a:latin typeface="Segoe UI"/>
                <a:cs typeface="Segoe UI"/>
              </a:rPr>
              <a:t>Навык спрашивает о бренде в начале работы: цвета, шрифты, логотип, брендбук</a:t>
            </a:r>
            <a:endParaRPr lang="ru-RU" dirty="0" sz="1680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6260" y="1806931"/>
            <a:ext cx="7459980" cy="4204183"/>
          </a:xfrm>
          <a:prstGeom prst="rect">
            <a:avLst/>
          </a:prstGeom>
          <a:noFill/>
          <a:ln w="15240">
            <a:solidFill>
              <a:srgbClr val="DEDB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1814551"/>
            <a:ext cx="7444740" cy="41889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03468"/>
            <a:ext cx="743179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 b="1">
                <a:solidFill>
                  <a:srgbClr val="15141F"/>
                </a:solidFill>
                <a:latin typeface="Segoe UI"/>
                <a:cs typeface="Segoe UI"/>
              </a:rPr>
              <a:t>Агамора</a:t>
            </a:r>
            <a:endParaRPr lang="ru-RU" dirty="0" sz="132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2779" y="6103468"/>
            <a:ext cx="2321570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фирменные цвета и логотип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7240" y="1806931"/>
            <a:ext cx="3238500" cy="1830553"/>
          </a:xfrm>
          <a:prstGeom prst="rect">
            <a:avLst/>
          </a:prstGeom>
          <a:noFill/>
          <a:ln w="15240">
            <a:solidFill>
              <a:srgbClr val="DEDB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860" y="1814551"/>
            <a:ext cx="3223260" cy="18153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9620" y="3729838"/>
            <a:ext cx="1801069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 b="1">
                <a:solidFill>
                  <a:srgbClr val="15141F"/>
                </a:solidFill>
                <a:latin typeface="Segoe UI"/>
                <a:cs typeface="Segoe UI"/>
              </a:rPr>
              <a:t>Тёплый журнальный</a:t>
            </a:r>
            <a:endParaRPr lang="ru-RU" dirty="0" sz="132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28097" y="3729838"/>
            <a:ext cx="1434230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готовый профиль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7240" y="4175379"/>
            <a:ext cx="3238500" cy="1830553"/>
          </a:xfrm>
          <a:prstGeom prst="rect">
            <a:avLst/>
          </a:prstGeom>
          <a:noFill/>
          <a:ln w="15240">
            <a:solidFill>
              <a:srgbClr val="DEDBE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860" y="4182999"/>
            <a:ext cx="3223260" cy="18153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89620" y="6098362"/>
            <a:ext cx="1180948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 b="1">
                <a:solidFill>
                  <a:srgbClr val="15141F"/>
                </a:solidFill>
                <a:latin typeface="Segoe UI"/>
                <a:cs typeface="Segoe UI"/>
              </a:rPr>
              <a:t>Нейтральный</a:t>
            </a:r>
            <a:endParaRPr lang="ru-RU" dirty="0" sz="132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31528" y="6098362"/>
            <a:ext cx="1884042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62617A"/>
                </a:solidFill>
                <a:latin typeface="Segoe UI"/>
                <a:cs typeface="Segoe UI"/>
              </a:rPr>
              <a:t>палитра по умолчанию</a:t>
            </a:r>
            <a:endParaRPr lang="ru-RU" dirty="0" sz="1320">
              <a:solidFill>
                <a:srgbClr val="62617A"/>
              </a:solidFill>
              <a:latin typeface="Segoe UI"/>
              <a:cs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 rot="21420000">
            <a:off x="5985281" y="6110783"/>
            <a:ext cx="2120042" cy="31943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2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040" b="1">
                <a:solidFill>
                  <a:srgbClr val="6B00FF"/>
                </a:solidFill>
                <a:latin typeface="Caveat"/>
                <a:cs typeface="Caveat"/>
              </a:rPr>
              <a:t>слайд 5 в трёх стилях</a:t>
            </a:r>
            <a:endParaRPr lang="ru-RU" dirty="0" sz="2040" b="1">
              <a:solidFill>
                <a:srgbClr val="6B00FF"/>
              </a:solidFill>
              <a:latin typeface="Caveat"/>
              <a:cs typeface="Cave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570132" y="6537960"/>
            <a:ext cx="118948" cy="16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960">
                <a:solidFill>
                  <a:srgbClr val="A9A7B8"/>
                </a:solidFill>
                <a:latin typeface="Segoe UI Semibold"/>
                <a:cs typeface="Segoe UI Semibold"/>
              </a:rPr>
              <a:t>8</a:t>
            </a:r>
            <a:endParaRPr lang="ru-RU" dirty="0" sz="960">
              <a:solidFill>
                <a:srgbClr val="A9A7B8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74142"/>
            <a:ext cx="1382640" cy="1935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080" b="1" cap="all" spc="96">
                <a:solidFill>
                  <a:srgbClr val="6B00FF"/>
                </a:solidFill>
                <a:latin typeface="Segoe UI"/>
                <a:cs typeface="Segoe UI"/>
              </a:rPr>
              <a:t>Начало работы</a:t>
            </a:r>
            <a:endParaRPr lang="ru-RU" dirty="0" sz="1080" b="1" cap="all" spc="96">
              <a:solidFill>
                <a:srgbClr val="6B00FF"/>
              </a:solidFill>
              <a:latin typeface="Segoe UI"/>
              <a:cs typeface="Segoe UI"/>
            </a:endParaRPr>
          </a:p>
        </p:txBody>
      </p:sp>
      <p:pic>
        <p:nvPicPr>
          <p:cNvPr id="3" name="Picture 2" descr="island_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50520"/>
            <a:ext cx="1036320" cy="228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20242"/>
            <a:ext cx="10936224" cy="36941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7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2280" b="1" spc="-18">
                <a:solidFill>
                  <a:srgbClr val="1C14A8"/>
                </a:solidFill>
                <a:latin typeface="Segoe UI"/>
                <a:cs typeface="Segoe UI"/>
              </a:rPr>
              <a:t>Три шага до первой презентации</a:t>
            </a:r>
            <a:endParaRPr lang="ru-RU" dirty="0" sz="2280" b="1" spc="-18">
              <a:solidFill>
                <a:srgbClr val="1C14A8"/>
              </a:solidFill>
              <a:latin typeface="Segoe UI"/>
              <a:cs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2276"/>
            <a:ext cx="7025640" cy="174345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92276"/>
            <a:ext cx="7025640" cy="22860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8094"/>
            <a:ext cx="381000" cy="54254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840" b="1">
                <a:solidFill>
                  <a:srgbClr val="9B70FF"/>
                </a:solidFill>
                <a:latin typeface="Segoe UI"/>
                <a:cs typeface="Segoe UI"/>
              </a:rPr>
              <a:t>1</a:t>
            </a:r>
            <a:endParaRPr lang="ru-RU" dirty="0" sz="3840" b="1">
              <a:solidFill>
                <a:srgbClr val="9B70FF"/>
              </a:solidFill>
              <a:latin typeface="Segoe UI"/>
              <a:cs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2520" y="1709242"/>
            <a:ext cx="513115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60" b="1">
                <a:solidFill>
                  <a:srgbClr val="15141F"/>
                </a:solidFill>
                <a:latin typeface="Segoe UI"/>
                <a:cs typeface="Segoe UI"/>
              </a:rPr>
              <a:t>Установить плагин двумя командами</a:t>
            </a:r>
            <a:endParaRPr lang="ru-RU" dirty="0" sz="186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2520" y="2089556"/>
            <a:ext cx="5131150" cy="28072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6B00FF"/>
                </a:solidFill>
                <a:latin typeface="Segoe UI Semibold"/>
                <a:cs typeface="Segoe UI Semibold"/>
              </a:rPr>
              <a:t>claude plugin marketplace add agamoraviral/agamora-skill</a:t>
            </a:r>
            <a:endParaRPr lang="ru-RU" dirty="0" sz="1440">
              <a:solidFill>
                <a:srgbClr val="6B00FF"/>
              </a:solidFill>
              <a:latin typeface="Segoe UI Semibold"/>
              <a:cs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2520" y="2354732"/>
            <a:ext cx="5131150" cy="28072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6B00FF"/>
                </a:solidFill>
                <a:latin typeface="Segoe UI Semibold"/>
                <a:cs typeface="Segoe UI Semibold"/>
              </a:rPr>
              <a:t>claude plugin install agamora-presentations@agamora</a:t>
            </a:r>
            <a:endParaRPr lang="ru-RU" dirty="0" sz="1440">
              <a:solidFill>
                <a:srgbClr val="6B00FF"/>
              </a:solidFill>
              <a:latin typeface="Segoe UI Semibold"/>
              <a:cs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3035732"/>
            <a:ext cx="7025640" cy="1735912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35732"/>
            <a:ext cx="702564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04082"/>
            <a:ext cx="381000" cy="54254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840" b="1">
                <a:solidFill>
                  <a:srgbClr val="9B70FF"/>
                </a:solidFill>
                <a:latin typeface="Segoe UI"/>
                <a:cs typeface="Segoe UI"/>
              </a:rPr>
              <a:t>2</a:t>
            </a:r>
            <a:endParaRPr lang="ru-RU" dirty="0" sz="3840" b="1">
              <a:solidFill>
                <a:srgbClr val="9B70FF"/>
              </a:solidFill>
              <a:latin typeface="Segoe UI"/>
              <a:cs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12520" y="3577742"/>
            <a:ext cx="409839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60" b="1">
                <a:solidFill>
                  <a:srgbClr val="15141F"/>
                </a:solidFill>
                <a:latin typeface="Segoe UI"/>
                <a:cs typeface="Segoe UI"/>
              </a:rPr>
              <a:t>Попросить презентацию</a:t>
            </a:r>
            <a:endParaRPr lang="ru-RU" dirty="0" sz="186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2520" y="3958057"/>
            <a:ext cx="4098390" cy="28072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3A3948"/>
                </a:solidFill>
                <a:latin typeface="Segoe UI"/>
                <a:cs typeface="Segoe UI"/>
              </a:rPr>
              <a:t>«Сделай презентацию для руководства по …»</a:t>
            </a:r>
            <a:endParaRPr lang="ru-RU" dirty="0" sz="144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4771644"/>
            <a:ext cx="7025640" cy="173583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771644"/>
            <a:ext cx="7025640" cy="15240"/>
          </a:xfrm>
          <a:prstGeom prst="rect">
            <a:avLst/>
          </a:prstGeom>
          <a:solidFill>
            <a:srgbClr val="DED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439842"/>
            <a:ext cx="381000" cy="54254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840" b="1">
                <a:solidFill>
                  <a:srgbClr val="9B70FF"/>
                </a:solidFill>
                <a:latin typeface="Segoe UI"/>
                <a:cs typeface="Segoe UI"/>
              </a:rPr>
              <a:t>3</a:t>
            </a:r>
            <a:endParaRPr lang="ru-RU" dirty="0" sz="3840" b="1">
              <a:solidFill>
                <a:srgbClr val="9B70FF"/>
              </a:solidFill>
              <a:latin typeface="Segoe UI"/>
              <a:cs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2520" y="5313655"/>
            <a:ext cx="4886511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860" b="1">
                <a:solidFill>
                  <a:srgbClr val="15141F"/>
                </a:solidFill>
                <a:latin typeface="Segoe UI"/>
                <a:cs typeface="Segoe UI"/>
              </a:rPr>
              <a:t>Ответить на вопросы о сюжете и бренде</a:t>
            </a:r>
            <a:endParaRPr lang="ru-RU" dirty="0" sz="1860" b="1">
              <a:solidFill>
                <a:srgbClr val="15141F"/>
              </a:solidFill>
              <a:latin typeface="Segoe UI"/>
              <a:cs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2520" y="5693969"/>
            <a:ext cx="4886511" cy="28072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440">
                <a:solidFill>
                  <a:srgbClr val="3A3948"/>
                </a:solidFill>
                <a:latin typeface="Segoe UI"/>
                <a:cs typeface="Segoe UI"/>
              </a:rPr>
              <a:t>Дальше навык собирает, выводит и проверяет слайды</a:t>
            </a:r>
            <a:endParaRPr lang="ru-RU" dirty="0" sz="1440">
              <a:solidFill>
                <a:srgbClr val="3A3948"/>
              </a:solidFill>
              <a:latin typeface="Segoe UI"/>
              <a:cs typeface="Segoe U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061960" y="1292276"/>
            <a:ext cx="3581400" cy="5215204"/>
          </a:xfrm>
          <a:prstGeom prst="rect">
            <a:avLst/>
          </a:prstGeom>
          <a:solidFill>
            <a:srgbClr val="1C14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7720" y="1964512"/>
            <a:ext cx="2963875" cy="22555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200" b="1" cap="all" spc="96">
                <a:solidFill>
                  <a:srgbClr val="B5A3F5"/>
                </a:solidFill>
                <a:latin typeface="Segoe UI"/>
                <a:cs typeface="Segoe UI"/>
              </a:rPr>
              <a:t>На выходе</a:t>
            </a:r>
            <a:endParaRPr lang="ru-RU" dirty="0" sz="1200" b="1" cap="all" spc="96">
              <a:solidFill>
                <a:srgbClr val="B5A3F5"/>
              </a:solidFill>
              <a:latin typeface="Segoe UI"/>
              <a:cs typeface="Segoe U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427720" y="2342464"/>
            <a:ext cx="2849880" cy="116273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27720" y="2342464"/>
            <a:ext cx="2849880" cy="15240"/>
          </a:xfrm>
          <a:prstGeom prst="rect">
            <a:avLst/>
          </a:prstGeom>
          <a:solidFill>
            <a:srgbClr val="FFFFFF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7720" y="2561920"/>
            <a:ext cx="2963875" cy="5425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840" b="1" spc="-90">
                <a:solidFill>
                  <a:srgbClr val="FFFFFF"/>
                </a:solidFill>
                <a:latin typeface="Segoe UI"/>
                <a:cs typeface="Segoe UI"/>
              </a:rPr>
              <a:t>PDF</a:t>
            </a:r>
            <a:endParaRPr lang="ru-RU" dirty="0" sz="3840" b="1" spc="-9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27720" y="3097759"/>
            <a:ext cx="2963875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  <a:t>для показа и печати</a:t>
            </a:r>
            <a:endParaRPr lang="ru-RU" dirty="0" sz="1320">
              <a:solidFill>
                <a:srgbClr val="CEC8F5"/>
              </a:solidFill>
              <a:latin typeface="Segoe UI"/>
              <a:cs typeface="Segoe U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427720" y="3505200"/>
            <a:ext cx="2849880" cy="116273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27720" y="3505200"/>
            <a:ext cx="2849880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7720" y="3724656"/>
            <a:ext cx="2963875" cy="5425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840" b="1" spc="-90">
                <a:solidFill>
                  <a:srgbClr val="FFFFFF"/>
                </a:solidFill>
                <a:latin typeface="Segoe UI"/>
                <a:cs typeface="Segoe UI"/>
              </a:rPr>
              <a:t>PPTX</a:t>
            </a:r>
            <a:endParaRPr lang="ru-RU" dirty="0" sz="3840" b="1" spc="-9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7720" y="4260494"/>
            <a:ext cx="2963875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  <a:t>редактируемый текст и фигуры</a:t>
            </a:r>
            <a:endParaRPr lang="ru-RU" dirty="0" sz="1320">
              <a:solidFill>
                <a:srgbClr val="CEC8F5"/>
              </a:solidFill>
              <a:latin typeface="Segoe UI"/>
              <a:cs typeface="Segoe U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427720" y="4667936"/>
            <a:ext cx="2849880" cy="1162736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27720" y="4667936"/>
            <a:ext cx="2849880" cy="15240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720" y="4887392"/>
            <a:ext cx="2963875" cy="542544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3840" b="1" spc="-90">
                <a:solidFill>
                  <a:srgbClr val="FFFFFF"/>
                </a:solidFill>
                <a:latin typeface="Segoe UI"/>
                <a:cs typeface="Segoe UI"/>
              </a:rPr>
              <a:t>MP4</a:t>
            </a:r>
            <a:endParaRPr lang="ru-RU" dirty="0" sz="3840" b="1" spc="-9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27720" y="5423230"/>
            <a:ext cx="2963875" cy="23530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1320">
                <a:solidFill>
                  <a:srgbClr val="CEC8F5"/>
                </a:solidFill>
                <a:latin typeface="Segoe UI"/>
                <a:cs typeface="Segoe UI"/>
              </a:rPr>
              <a:t>ролик с голосом по просьбе</a:t>
            </a:r>
            <a:endParaRPr lang="ru-RU" dirty="0" sz="1320">
              <a:solidFill>
                <a:srgbClr val="CEC8F5"/>
              </a:solidFill>
              <a:latin typeface="Segoe UI"/>
              <a:cs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570132" y="6537960"/>
            <a:ext cx="118948" cy="16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z="960">
                <a:solidFill>
                  <a:srgbClr val="A9A7B8"/>
                </a:solidFill>
                <a:latin typeface="Segoe UI Semibold"/>
                <a:cs typeface="Segoe UI Semibold"/>
              </a:rPr>
              <a:t>9</a:t>
            </a:r>
            <a:endParaRPr lang="ru-RU" dirty="0" sz="960">
              <a:solidFill>
                <a:srgbClr val="A9A7B8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showcase</dc:title>
  <dc:subject/>
  <dc:creator/>
  <cp:keywords/>
  <dc:description>generated using python-pptx</dc:description>
  <cp:lastModifiedBy/>
  <cp:revision>1</cp:revision>
  <dcterms:created xsi:type="dcterms:W3CDTF">2026-10-09T12:16:51Z</dcterms:created>
  <dcterms:modified xsi:type="dcterms:W3CDTF">2026-10-09T12:16:51Z</dcterms:modified>
  <cp:category/>
</cp:coreProperties>
</file>